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6" r:id="rId6"/>
    <p:sldId id="277" r:id="rId7"/>
    <p:sldId id="278" r:id="rId8"/>
    <p:sldId id="280" r:id="rId9"/>
    <p:sldId id="283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>
        <p:scale>
          <a:sx n="81" d="100"/>
          <a:sy n="81" d="100"/>
        </p:scale>
        <p:origin x="754" y="53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988" y="3429000"/>
            <a:ext cx="9144000" cy="3046988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Projet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D’analyse</a:t>
            </a:r>
            <a:r>
              <a:rPr lang="en-US" b="1" dirty="0">
                <a:solidFill>
                  <a:schemeClr val="bg1"/>
                </a:solidFill>
              </a:rPr>
              <a:t> : Etude de </a:t>
            </a:r>
            <a:r>
              <a:rPr lang="en-US" b="1" dirty="0" err="1">
                <a:solidFill>
                  <a:schemeClr val="bg1"/>
                </a:solidFill>
              </a:rPr>
              <a:t>l’évolution</a:t>
            </a:r>
            <a:r>
              <a:rPr lang="en-US" b="1" dirty="0">
                <a:solidFill>
                  <a:schemeClr val="bg1"/>
                </a:solidFill>
              </a:rPr>
              <a:t> des </a:t>
            </a:r>
            <a:r>
              <a:rPr lang="en-US" b="1" dirty="0" err="1">
                <a:solidFill>
                  <a:schemeClr val="bg1"/>
                </a:solidFill>
              </a:rPr>
              <a:t>cas</a:t>
            </a:r>
            <a:r>
              <a:rPr lang="en-US" b="1" dirty="0">
                <a:solidFill>
                  <a:schemeClr val="bg1"/>
                </a:solidFill>
              </a:rPr>
              <a:t> de Covid-19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Presentation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45091" y="713393"/>
            <a:ext cx="2101818" cy="205204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7" y="0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1427066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d’analyse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SOMMAIRE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PROCEDURES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86589" y="4836145"/>
            <a:ext cx="3951648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VISUALISATION FINALE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4703809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3765" y="1613877"/>
            <a:ext cx="4050072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CONTEXTE DU PROJET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0077" y="1520287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4803211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4703809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4" name="Freeform 1676" descr="Icon of check box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7129621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129621" y="5032805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4738712" y="503472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5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d’Analyse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CONTEXTE &amp; DATASET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96633" y="2637856"/>
            <a:ext cx="4336142" cy="2115688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83049" y="2656398"/>
            <a:ext cx="1371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 DU 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2877803" y="2882546"/>
            <a:ext cx="214474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CARACTERISTIQUES DU DATASET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SPECIFICITE DU DATASET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FONCTIONNEMENT DU DATASET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RESULTAT ATTENDU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96506" y="3374989"/>
            <a:ext cx="1752042" cy="217283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sur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l’étude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covid-19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recensés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selon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regions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tenant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compte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contamination,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décès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rétablissement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….. 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 :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worldometer_coronavirus_daily_data,csv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900"/>
              </a:lnSpc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 :</a:t>
            </a:r>
          </a:p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2415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lignes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7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date, country,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cumulative_tatal_cases,new_cases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actives_cases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cumulative_total_deaths,daily_new_deaths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Les données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sont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aggrégées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quotidiennement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selon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chaque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region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ce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qui assure un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suivi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journalier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,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68533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Nous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aurons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la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possibilité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d’observer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l’évolution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des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cas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de coronavirus, les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décès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, les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traitements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réussis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et tout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ça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 de manière </a:t>
            </a:r>
            <a:r>
              <a:rPr lang="en-US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journalière</a:t>
            </a: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d’Analyse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 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PROCEDURES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1786303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4071326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9244" y="2928814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123448-0B37-4226-B26C-A3081E614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5256" y="2928814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2928814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3287700-63E7-4098-B825-B123C1113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1107833"/>
            <a:ext cx="168275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MODELES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4749795"/>
            <a:ext cx="1719828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8C71AAC-D0D2-4BBF-B302-54163A28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" idx="6"/>
            <a:endCxn id="41" idx="6"/>
          </p:cNvCxnSpPr>
          <p:nvPr/>
        </p:nvCxnSpPr>
        <p:spPr>
          <a:xfrm>
            <a:off x="3310732" y="2580053"/>
            <a:ext cx="12700" cy="2285023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1AB5AC-284A-472B-B8E5-2F198F4E9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3540125" y="3722564"/>
            <a:ext cx="569119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1394D4E-BC7A-418D-B233-6C374456A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6"/>
            <a:endCxn id="73" idx="2"/>
          </p:cNvCxnSpPr>
          <p:nvPr/>
        </p:nvCxnSpPr>
        <p:spPr>
          <a:xfrm>
            <a:off x="5696744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1AAA85B-D8C7-43BE-844A-625265015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3" idx="6"/>
            <a:endCxn id="75" idx="2"/>
          </p:cNvCxnSpPr>
          <p:nvPr/>
        </p:nvCxnSpPr>
        <p:spPr>
          <a:xfrm>
            <a:off x="8082756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741AA56-D9ED-492E-8385-5CB8274B1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6" idx="2"/>
            <a:endCxn id="77" idx="2"/>
          </p:cNvCxnSpPr>
          <p:nvPr/>
        </p:nvCxnSpPr>
        <p:spPr>
          <a:xfrm rot="10800000" flipV="1">
            <a:off x="8881268" y="1901583"/>
            <a:ext cx="12700" cy="3641962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1831182" y="2333832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IMPORTATION DU DATASET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1831182" y="4618854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EXPLORATION &amp; NETTOYAGE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4217194" y="3476343"/>
            <a:ext cx="1371600" cy="4924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DATASET NETTOYE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6607968" y="3599454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ANALYSE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69453F-B845-4467-8C29-7A6677641EC0}"/>
              </a:ext>
            </a:extLst>
          </p:cNvPr>
          <p:cNvSpPr/>
          <p:nvPr/>
        </p:nvSpPr>
        <p:spPr>
          <a:xfrm>
            <a:off x="8989218" y="3599454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STATISTIQUES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06668" y="5434564"/>
            <a:ext cx="165735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B46693-ED1F-429F-9B11-2794939E3B99}"/>
              </a:ext>
            </a:extLst>
          </p:cNvPr>
          <p:cNvSpPr/>
          <p:nvPr/>
        </p:nvSpPr>
        <p:spPr>
          <a:xfrm>
            <a:off x="6614715" y="4753377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266700" y="2468356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266700" y="4753379"/>
            <a:ext cx="1348582" cy="22339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d’Analyse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6828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69CE3F0-8651-4FF1-8CAF-1E986C383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623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59423939-1DC9-4306-AA5D-6C0111336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6419" y="2296212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41725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1521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8770E695-5D11-488D-931B-4C4259EC2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1316" y="350133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1292015" y="1357350"/>
            <a:ext cx="2428875" cy="119802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 EXPLORATOIRE INITIALE : </a:t>
            </a:r>
          </a:p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colSums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(is.na(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 nous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permet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ressortir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manquantes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(NA)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4529115" y="1357350"/>
            <a:ext cx="2428875" cy="7109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DES DOUBLONS 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sum(duplicated(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8049469" y="991450"/>
            <a:ext cx="2428875" cy="16855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CONVERSION DES TYPES :</a:t>
            </a:r>
          </a:p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Notamment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avec Date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as.Date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donnees$date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pour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permettre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 tri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chronologique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correct,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extraction facile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année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/jour,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calcul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 differences de date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7F5370-BF8E-406B-BEAE-B1224615626A}"/>
              </a:ext>
            </a:extLst>
          </p:cNvPr>
          <p:cNvSpPr/>
          <p:nvPr/>
        </p:nvSpPr>
        <p:spPr>
          <a:xfrm>
            <a:off x="1723748" y="4825656"/>
            <a:ext cx="2428875" cy="168552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 DES VALEURS MANQUANTES :</a:t>
            </a:r>
          </a:p>
          <a:p>
            <a:pPr algn="ctr">
              <a:lnSpc>
                <a:spcPts val="1900"/>
              </a:lnSpc>
            </a:pP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Remplacement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NA par 0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 que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notre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quantitative, il nous des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numériques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>
              <a:lnSpc>
                <a:spcPts val="1900"/>
              </a:lnSpc>
            </a:pP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F5A313-1C6C-4AEE-8556-576074B1BF06}"/>
              </a:ext>
            </a:extLst>
          </p:cNvPr>
          <p:cNvSpPr/>
          <p:nvPr/>
        </p:nvSpPr>
        <p:spPr>
          <a:xfrm>
            <a:off x="8585212" y="4353196"/>
            <a:ext cx="3382855" cy="266015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 D’UNE  NOUVELLE VARIABLE : </a:t>
            </a:r>
          </a:p>
          <a:p>
            <a:pPr algn="ctr">
              <a:lnSpc>
                <a:spcPts val="1900"/>
              </a:lnSpc>
            </a:pP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estimated_recovered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.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avons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constaté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peu de pays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indiquent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guérisons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systématiquement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donnees$estimated_recovered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</a:t>
            </a:r>
          </a:p>
          <a:p>
            <a:pPr>
              <a:lnSpc>
                <a:spcPts val="1900"/>
              </a:lnSpc>
            </a:pP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donnees$cumultative_total_cases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donnees$active_cases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donnees$cumulative_total_deaths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900"/>
              </a:lnSpc>
            </a:pP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10CC8-6624-4352-A642-89EF6FA7DCE6}"/>
              </a:ext>
            </a:extLst>
          </p:cNvPr>
          <p:cNvSpPr/>
          <p:nvPr/>
        </p:nvSpPr>
        <p:spPr>
          <a:xfrm>
            <a:off x="5172827" y="5138098"/>
            <a:ext cx="2532228" cy="19289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 DES DOUBLONS :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doublons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supprimés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(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doublons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&gt;0) {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[!duplicated(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donnees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),] </a:t>
            </a:r>
          </a:p>
          <a:p>
            <a:pPr>
              <a:lnSpc>
                <a:spcPts val="1900"/>
              </a:lnSpc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cat[“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Doublons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supprimés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\n”)}</a:t>
            </a:r>
          </a:p>
          <a:p>
            <a:pPr>
              <a:lnSpc>
                <a:spcPts val="19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lnSpc>
                <a:spcPts val="190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grpSp>
        <p:nvGrpSpPr>
          <p:cNvPr id="41" name="Group 40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6314277" y="4107035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3" name="Group 52" descr="Icon of books. ">
            <a:extLst>
              <a:ext uri="{FF2B5EF4-FFF2-40B4-BE49-F238E27FC236}">
                <a16:creationId xmlns:a16="http://schemas.microsoft.com/office/drawing/2014/main" id="{8567F01D-3435-4405-B8A9-9C2446E042DD}"/>
              </a:ext>
            </a:extLst>
          </p:cNvPr>
          <p:cNvGrpSpPr/>
          <p:nvPr/>
        </p:nvGrpSpPr>
        <p:grpSpPr>
          <a:xfrm>
            <a:off x="5571346" y="2901918"/>
            <a:ext cx="344413" cy="382447"/>
            <a:chOff x="2608263" y="1920875"/>
            <a:chExt cx="258763" cy="287338"/>
          </a:xfrm>
          <a:solidFill>
            <a:schemeClr val="accent4">
              <a:lumMod val="75000"/>
            </a:schemeClr>
          </a:solidFill>
        </p:grpSpPr>
        <p:sp>
          <p:nvSpPr>
            <p:cNvPr id="54" name="Rectangle 705">
              <a:extLst>
                <a:ext uri="{FF2B5EF4-FFF2-40B4-BE49-F238E27FC236}">
                  <a16:creationId xmlns:a16="http://schemas.microsoft.com/office/drawing/2014/main" id="{D0A6A593-47E4-4B49-AA6D-52F8874CB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288" y="2122488"/>
              <a:ext cx="5873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706">
              <a:extLst>
                <a:ext uri="{FF2B5EF4-FFF2-40B4-BE49-F238E27FC236}">
                  <a16:creationId xmlns:a16="http://schemas.microsoft.com/office/drawing/2014/main" id="{B6E4140A-62C5-4AC5-9815-F2E1EC98F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1920875"/>
              <a:ext cx="58738" cy="192088"/>
            </a:xfrm>
            <a:custGeom>
              <a:avLst/>
              <a:gdLst>
                <a:gd name="T0" fmla="*/ 163 w 181"/>
                <a:gd name="T1" fmla="*/ 0 h 602"/>
                <a:gd name="T2" fmla="*/ 158 w 181"/>
                <a:gd name="T3" fmla="*/ 3 h 602"/>
                <a:gd name="T4" fmla="*/ 154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8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6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8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60" y="2"/>
                  </a:lnTo>
                  <a:lnTo>
                    <a:pt x="158" y="3"/>
                  </a:lnTo>
                  <a:lnTo>
                    <a:pt x="156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4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5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8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3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6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5" y="3"/>
                  </a:lnTo>
                  <a:lnTo>
                    <a:pt x="172" y="2"/>
                  </a:lnTo>
                  <a:lnTo>
                    <a:pt x="170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707">
              <a:extLst>
                <a:ext uri="{FF2B5EF4-FFF2-40B4-BE49-F238E27FC236}">
                  <a16:creationId xmlns:a16="http://schemas.microsoft.com/office/drawing/2014/main" id="{2BB05B54-8B23-444D-95F1-028389DEF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151063"/>
              <a:ext cx="58738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8 w 181"/>
                <a:gd name="T9" fmla="*/ 126 h 182"/>
                <a:gd name="T10" fmla="*/ 12 w 181"/>
                <a:gd name="T11" fmla="*/ 134 h 182"/>
                <a:gd name="T12" fmla="*/ 16 w 181"/>
                <a:gd name="T13" fmla="*/ 142 h 182"/>
                <a:gd name="T14" fmla="*/ 22 w 181"/>
                <a:gd name="T15" fmla="*/ 148 h 182"/>
                <a:gd name="T16" fmla="*/ 27 w 181"/>
                <a:gd name="T17" fmla="*/ 155 h 182"/>
                <a:gd name="T18" fmla="*/ 33 w 181"/>
                <a:gd name="T19" fmla="*/ 161 h 182"/>
                <a:gd name="T20" fmla="*/ 41 w 181"/>
                <a:gd name="T21" fmla="*/ 165 h 182"/>
                <a:gd name="T22" fmla="*/ 47 w 181"/>
                <a:gd name="T23" fmla="*/ 171 h 182"/>
                <a:gd name="T24" fmla="*/ 56 w 181"/>
                <a:gd name="T25" fmla="*/ 174 h 182"/>
                <a:gd name="T26" fmla="*/ 65 w 181"/>
                <a:gd name="T27" fmla="*/ 177 h 182"/>
                <a:gd name="T28" fmla="*/ 73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10 w 181"/>
                <a:gd name="T37" fmla="*/ 179 h 182"/>
                <a:gd name="T38" fmla="*/ 118 w 181"/>
                <a:gd name="T39" fmla="*/ 177 h 182"/>
                <a:gd name="T40" fmla="*/ 126 w 181"/>
                <a:gd name="T41" fmla="*/ 174 h 182"/>
                <a:gd name="T42" fmla="*/ 134 w 181"/>
                <a:gd name="T43" fmla="*/ 171 h 182"/>
                <a:gd name="T44" fmla="*/ 142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1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8" y="126"/>
                  </a:lnTo>
                  <a:lnTo>
                    <a:pt x="12" y="134"/>
                  </a:lnTo>
                  <a:lnTo>
                    <a:pt x="16" y="142"/>
                  </a:lnTo>
                  <a:lnTo>
                    <a:pt x="22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1" y="165"/>
                  </a:lnTo>
                  <a:lnTo>
                    <a:pt x="47" y="171"/>
                  </a:lnTo>
                  <a:lnTo>
                    <a:pt x="56" y="174"/>
                  </a:lnTo>
                  <a:lnTo>
                    <a:pt x="65" y="177"/>
                  </a:lnTo>
                  <a:lnTo>
                    <a:pt x="73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10" y="179"/>
                  </a:lnTo>
                  <a:lnTo>
                    <a:pt x="118" y="177"/>
                  </a:lnTo>
                  <a:lnTo>
                    <a:pt x="126" y="174"/>
                  </a:lnTo>
                  <a:lnTo>
                    <a:pt x="134" y="171"/>
                  </a:lnTo>
                  <a:lnTo>
                    <a:pt x="142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1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708">
              <a:extLst>
                <a:ext uri="{FF2B5EF4-FFF2-40B4-BE49-F238E27FC236}">
                  <a16:creationId xmlns:a16="http://schemas.microsoft.com/office/drawing/2014/main" id="{FCD192F6-CF13-4B1C-AF7D-85317A2D8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9 w 30"/>
                <a:gd name="T39" fmla="*/ 2 h 181"/>
                <a:gd name="T40" fmla="*/ 7 w 30"/>
                <a:gd name="T41" fmla="*/ 3 h 181"/>
                <a:gd name="T42" fmla="*/ 5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5 w 30"/>
                <a:gd name="T61" fmla="*/ 176 h 181"/>
                <a:gd name="T62" fmla="*/ 7 w 30"/>
                <a:gd name="T63" fmla="*/ 179 h 181"/>
                <a:gd name="T64" fmla="*/ 9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5" y="176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709">
              <a:extLst>
                <a:ext uri="{FF2B5EF4-FFF2-40B4-BE49-F238E27FC236}">
                  <a16:creationId xmlns:a16="http://schemas.microsoft.com/office/drawing/2014/main" id="{01062624-ADFC-42E8-A6C7-0C7AF44AC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1920875"/>
              <a:ext cx="57150" cy="192088"/>
            </a:xfrm>
            <a:custGeom>
              <a:avLst/>
              <a:gdLst>
                <a:gd name="T0" fmla="*/ 162 w 180"/>
                <a:gd name="T1" fmla="*/ 0 h 602"/>
                <a:gd name="T2" fmla="*/ 157 w 180"/>
                <a:gd name="T3" fmla="*/ 3 h 602"/>
                <a:gd name="T4" fmla="*/ 153 w 180"/>
                <a:gd name="T5" fmla="*/ 7 h 602"/>
                <a:gd name="T6" fmla="*/ 151 w 180"/>
                <a:gd name="T7" fmla="*/ 12 h 602"/>
                <a:gd name="T8" fmla="*/ 150 w 180"/>
                <a:gd name="T9" fmla="*/ 211 h 602"/>
                <a:gd name="T10" fmla="*/ 149 w 180"/>
                <a:gd name="T11" fmla="*/ 222 h 602"/>
                <a:gd name="T12" fmla="*/ 146 w 180"/>
                <a:gd name="T13" fmla="*/ 234 h 602"/>
                <a:gd name="T14" fmla="*/ 140 w 180"/>
                <a:gd name="T15" fmla="*/ 245 h 602"/>
                <a:gd name="T16" fmla="*/ 133 w 180"/>
                <a:gd name="T17" fmla="*/ 254 h 602"/>
                <a:gd name="T18" fmla="*/ 123 w 180"/>
                <a:gd name="T19" fmla="*/ 261 h 602"/>
                <a:gd name="T20" fmla="*/ 114 w 180"/>
                <a:gd name="T21" fmla="*/ 266 h 602"/>
                <a:gd name="T22" fmla="*/ 102 w 180"/>
                <a:gd name="T23" fmla="*/ 270 h 602"/>
                <a:gd name="T24" fmla="*/ 90 w 180"/>
                <a:gd name="T25" fmla="*/ 271 h 602"/>
                <a:gd name="T26" fmla="*/ 78 w 180"/>
                <a:gd name="T27" fmla="*/ 270 h 602"/>
                <a:gd name="T28" fmla="*/ 66 w 180"/>
                <a:gd name="T29" fmla="*/ 266 h 602"/>
                <a:gd name="T30" fmla="*/ 57 w 180"/>
                <a:gd name="T31" fmla="*/ 261 h 602"/>
                <a:gd name="T32" fmla="*/ 47 w 180"/>
                <a:gd name="T33" fmla="*/ 254 h 602"/>
                <a:gd name="T34" fmla="*/ 41 w 180"/>
                <a:gd name="T35" fmla="*/ 245 h 602"/>
                <a:gd name="T36" fmla="*/ 34 w 180"/>
                <a:gd name="T37" fmla="*/ 234 h 602"/>
                <a:gd name="T38" fmla="*/ 31 w 180"/>
                <a:gd name="T39" fmla="*/ 224 h 602"/>
                <a:gd name="T40" fmla="*/ 30 w 180"/>
                <a:gd name="T41" fmla="*/ 211 h 602"/>
                <a:gd name="T42" fmla="*/ 30 w 180"/>
                <a:gd name="T43" fmla="*/ 12 h 602"/>
                <a:gd name="T44" fmla="*/ 28 w 180"/>
                <a:gd name="T45" fmla="*/ 7 h 602"/>
                <a:gd name="T46" fmla="*/ 24 w 180"/>
                <a:gd name="T47" fmla="*/ 3 h 602"/>
                <a:gd name="T48" fmla="*/ 18 w 180"/>
                <a:gd name="T49" fmla="*/ 0 h 602"/>
                <a:gd name="T50" fmla="*/ 12 w 180"/>
                <a:gd name="T51" fmla="*/ 0 h 602"/>
                <a:gd name="T52" fmla="*/ 6 w 180"/>
                <a:gd name="T53" fmla="*/ 3 h 602"/>
                <a:gd name="T54" fmla="*/ 2 w 180"/>
                <a:gd name="T55" fmla="*/ 7 h 602"/>
                <a:gd name="T56" fmla="*/ 0 w 180"/>
                <a:gd name="T57" fmla="*/ 12 h 602"/>
                <a:gd name="T58" fmla="*/ 0 w 180"/>
                <a:gd name="T59" fmla="*/ 211 h 602"/>
                <a:gd name="T60" fmla="*/ 180 w 180"/>
                <a:gd name="T61" fmla="*/ 602 h 602"/>
                <a:gd name="T62" fmla="*/ 180 w 180"/>
                <a:gd name="T63" fmla="*/ 15 h 602"/>
                <a:gd name="T64" fmla="*/ 179 w 180"/>
                <a:gd name="T65" fmla="*/ 9 h 602"/>
                <a:gd name="T66" fmla="*/ 176 w 180"/>
                <a:gd name="T67" fmla="*/ 5 h 602"/>
                <a:gd name="T68" fmla="*/ 172 w 180"/>
                <a:gd name="T69" fmla="*/ 2 h 602"/>
                <a:gd name="T70" fmla="*/ 165 w 180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602">
                  <a:moveTo>
                    <a:pt x="165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4" y="5"/>
                  </a:lnTo>
                  <a:lnTo>
                    <a:pt x="153" y="7"/>
                  </a:lnTo>
                  <a:lnTo>
                    <a:pt x="151" y="9"/>
                  </a:lnTo>
                  <a:lnTo>
                    <a:pt x="151" y="12"/>
                  </a:lnTo>
                  <a:lnTo>
                    <a:pt x="150" y="15"/>
                  </a:lnTo>
                  <a:lnTo>
                    <a:pt x="150" y="211"/>
                  </a:lnTo>
                  <a:lnTo>
                    <a:pt x="150" y="217"/>
                  </a:lnTo>
                  <a:lnTo>
                    <a:pt x="149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6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3" y="261"/>
                  </a:lnTo>
                  <a:lnTo>
                    <a:pt x="119" y="264"/>
                  </a:lnTo>
                  <a:lnTo>
                    <a:pt x="114" y="266"/>
                  </a:lnTo>
                  <a:lnTo>
                    <a:pt x="108" y="269"/>
                  </a:lnTo>
                  <a:lnTo>
                    <a:pt x="102" y="270"/>
                  </a:lnTo>
                  <a:lnTo>
                    <a:pt x="96" y="271"/>
                  </a:lnTo>
                  <a:lnTo>
                    <a:pt x="90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2" y="269"/>
                  </a:lnTo>
                  <a:lnTo>
                    <a:pt x="66" y="266"/>
                  </a:lnTo>
                  <a:lnTo>
                    <a:pt x="61" y="264"/>
                  </a:lnTo>
                  <a:lnTo>
                    <a:pt x="57" y="261"/>
                  </a:lnTo>
                  <a:lnTo>
                    <a:pt x="51" y="258"/>
                  </a:lnTo>
                  <a:lnTo>
                    <a:pt x="47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7" y="240"/>
                  </a:lnTo>
                  <a:lnTo>
                    <a:pt x="34" y="234"/>
                  </a:lnTo>
                  <a:lnTo>
                    <a:pt x="32" y="229"/>
                  </a:lnTo>
                  <a:lnTo>
                    <a:pt x="31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0" y="602"/>
                  </a:lnTo>
                  <a:lnTo>
                    <a:pt x="180" y="211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8" y="0"/>
                  </a:lnTo>
                  <a:lnTo>
                    <a:pt x="1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710">
              <a:extLst>
                <a:ext uri="{FF2B5EF4-FFF2-40B4-BE49-F238E27FC236}">
                  <a16:creationId xmlns:a16="http://schemas.microsoft.com/office/drawing/2014/main" id="{8AA6F9D2-5C11-4285-A4B0-23EFFF22B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2151063"/>
              <a:ext cx="57150" cy="57150"/>
            </a:xfrm>
            <a:custGeom>
              <a:avLst/>
              <a:gdLst>
                <a:gd name="T0" fmla="*/ 0 w 180"/>
                <a:gd name="T1" fmla="*/ 91 h 182"/>
                <a:gd name="T2" fmla="*/ 0 w 180"/>
                <a:gd name="T3" fmla="*/ 100 h 182"/>
                <a:gd name="T4" fmla="*/ 2 w 180"/>
                <a:gd name="T5" fmla="*/ 110 h 182"/>
                <a:gd name="T6" fmla="*/ 4 w 180"/>
                <a:gd name="T7" fmla="*/ 118 h 182"/>
                <a:gd name="T8" fmla="*/ 7 w 180"/>
                <a:gd name="T9" fmla="*/ 126 h 182"/>
                <a:gd name="T10" fmla="*/ 11 w 180"/>
                <a:gd name="T11" fmla="*/ 134 h 182"/>
                <a:gd name="T12" fmla="*/ 15 w 180"/>
                <a:gd name="T13" fmla="*/ 142 h 182"/>
                <a:gd name="T14" fmla="*/ 20 w 180"/>
                <a:gd name="T15" fmla="*/ 148 h 182"/>
                <a:gd name="T16" fmla="*/ 27 w 180"/>
                <a:gd name="T17" fmla="*/ 155 h 182"/>
                <a:gd name="T18" fmla="*/ 33 w 180"/>
                <a:gd name="T19" fmla="*/ 161 h 182"/>
                <a:gd name="T20" fmla="*/ 40 w 180"/>
                <a:gd name="T21" fmla="*/ 165 h 182"/>
                <a:gd name="T22" fmla="*/ 47 w 180"/>
                <a:gd name="T23" fmla="*/ 171 h 182"/>
                <a:gd name="T24" fmla="*/ 55 w 180"/>
                <a:gd name="T25" fmla="*/ 174 h 182"/>
                <a:gd name="T26" fmla="*/ 63 w 180"/>
                <a:gd name="T27" fmla="*/ 177 h 182"/>
                <a:gd name="T28" fmla="*/ 72 w 180"/>
                <a:gd name="T29" fmla="*/ 179 h 182"/>
                <a:gd name="T30" fmla="*/ 80 w 180"/>
                <a:gd name="T31" fmla="*/ 181 h 182"/>
                <a:gd name="T32" fmla="*/ 90 w 180"/>
                <a:gd name="T33" fmla="*/ 182 h 182"/>
                <a:gd name="T34" fmla="*/ 100 w 180"/>
                <a:gd name="T35" fmla="*/ 181 h 182"/>
                <a:gd name="T36" fmla="*/ 108 w 180"/>
                <a:gd name="T37" fmla="*/ 179 h 182"/>
                <a:gd name="T38" fmla="*/ 117 w 180"/>
                <a:gd name="T39" fmla="*/ 177 h 182"/>
                <a:gd name="T40" fmla="*/ 125 w 180"/>
                <a:gd name="T41" fmla="*/ 174 h 182"/>
                <a:gd name="T42" fmla="*/ 133 w 180"/>
                <a:gd name="T43" fmla="*/ 171 h 182"/>
                <a:gd name="T44" fmla="*/ 140 w 180"/>
                <a:gd name="T45" fmla="*/ 165 h 182"/>
                <a:gd name="T46" fmla="*/ 148 w 180"/>
                <a:gd name="T47" fmla="*/ 161 h 182"/>
                <a:gd name="T48" fmla="*/ 154 w 180"/>
                <a:gd name="T49" fmla="*/ 155 h 182"/>
                <a:gd name="T50" fmla="*/ 160 w 180"/>
                <a:gd name="T51" fmla="*/ 148 h 182"/>
                <a:gd name="T52" fmla="*/ 165 w 180"/>
                <a:gd name="T53" fmla="*/ 142 h 182"/>
                <a:gd name="T54" fmla="*/ 169 w 180"/>
                <a:gd name="T55" fmla="*/ 134 h 182"/>
                <a:gd name="T56" fmla="*/ 174 w 180"/>
                <a:gd name="T57" fmla="*/ 126 h 182"/>
                <a:gd name="T58" fmla="*/ 177 w 180"/>
                <a:gd name="T59" fmla="*/ 118 h 182"/>
                <a:gd name="T60" fmla="*/ 179 w 180"/>
                <a:gd name="T61" fmla="*/ 110 h 182"/>
                <a:gd name="T62" fmla="*/ 180 w 180"/>
                <a:gd name="T63" fmla="*/ 100 h 182"/>
                <a:gd name="T64" fmla="*/ 180 w 180"/>
                <a:gd name="T65" fmla="*/ 91 h 182"/>
                <a:gd name="T66" fmla="*/ 180 w 180"/>
                <a:gd name="T67" fmla="*/ 0 h 182"/>
                <a:gd name="T68" fmla="*/ 0 w 180"/>
                <a:gd name="T69" fmla="*/ 0 h 182"/>
                <a:gd name="T70" fmla="*/ 0 w 180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182">
                  <a:moveTo>
                    <a:pt x="0" y="91"/>
                  </a:moveTo>
                  <a:lnTo>
                    <a:pt x="0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0" y="148"/>
                  </a:lnTo>
                  <a:lnTo>
                    <a:pt x="27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3" y="177"/>
                  </a:lnTo>
                  <a:lnTo>
                    <a:pt x="72" y="179"/>
                  </a:lnTo>
                  <a:lnTo>
                    <a:pt x="80" y="181"/>
                  </a:lnTo>
                  <a:lnTo>
                    <a:pt x="90" y="182"/>
                  </a:lnTo>
                  <a:lnTo>
                    <a:pt x="100" y="181"/>
                  </a:lnTo>
                  <a:lnTo>
                    <a:pt x="108" y="179"/>
                  </a:lnTo>
                  <a:lnTo>
                    <a:pt x="117" y="177"/>
                  </a:lnTo>
                  <a:lnTo>
                    <a:pt x="125" y="174"/>
                  </a:lnTo>
                  <a:lnTo>
                    <a:pt x="133" y="171"/>
                  </a:lnTo>
                  <a:lnTo>
                    <a:pt x="140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0" y="148"/>
                  </a:lnTo>
                  <a:lnTo>
                    <a:pt x="165" y="142"/>
                  </a:lnTo>
                  <a:lnTo>
                    <a:pt x="169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0" y="91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Rectangle 711">
              <a:extLst>
                <a:ext uri="{FF2B5EF4-FFF2-40B4-BE49-F238E27FC236}">
                  <a16:creationId xmlns:a16="http://schemas.microsoft.com/office/drawing/2014/main" id="{972C0779-96D7-4A7C-B110-5886B8B5D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712">
              <a:extLst>
                <a:ext uri="{FF2B5EF4-FFF2-40B4-BE49-F238E27FC236}">
                  <a16:creationId xmlns:a16="http://schemas.microsoft.com/office/drawing/2014/main" id="{4533D40B-18F2-4A93-B829-E6C6A0AC5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4 w 30"/>
                <a:gd name="T7" fmla="*/ 179 h 181"/>
                <a:gd name="T8" fmla="*/ 26 w 30"/>
                <a:gd name="T9" fmla="*/ 176 h 181"/>
                <a:gd name="T10" fmla="*/ 28 w 30"/>
                <a:gd name="T11" fmla="*/ 174 h 181"/>
                <a:gd name="T12" fmla="*/ 29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9 w 30"/>
                <a:gd name="T23" fmla="*/ 9 h 181"/>
                <a:gd name="T24" fmla="*/ 28 w 30"/>
                <a:gd name="T25" fmla="*/ 7 h 181"/>
                <a:gd name="T26" fmla="*/ 26 w 30"/>
                <a:gd name="T27" fmla="*/ 5 h 181"/>
                <a:gd name="T28" fmla="*/ 24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10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10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4" y="179"/>
                  </a:lnTo>
                  <a:lnTo>
                    <a:pt x="26" y="176"/>
                  </a:lnTo>
                  <a:lnTo>
                    <a:pt x="28" y="174"/>
                  </a:lnTo>
                  <a:lnTo>
                    <a:pt x="29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713">
              <a:extLst>
                <a:ext uri="{FF2B5EF4-FFF2-40B4-BE49-F238E27FC236}">
                  <a16:creationId xmlns:a16="http://schemas.microsoft.com/office/drawing/2014/main" id="{0B3AC97E-B521-48C2-8635-E6E2BFE55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1 w 181"/>
                <a:gd name="T3" fmla="*/ 100 h 182"/>
                <a:gd name="T4" fmla="*/ 2 w 181"/>
                <a:gd name="T5" fmla="*/ 110 h 182"/>
                <a:gd name="T6" fmla="*/ 4 w 181"/>
                <a:gd name="T7" fmla="*/ 118 h 182"/>
                <a:gd name="T8" fmla="*/ 7 w 181"/>
                <a:gd name="T9" fmla="*/ 126 h 182"/>
                <a:gd name="T10" fmla="*/ 11 w 181"/>
                <a:gd name="T11" fmla="*/ 134 h 182"/>
                <a:gd name="T12" fmla="*/ 16 w 181"/>
                <a:gd name="T13" fmla="*/ 142 h 182"/>
                <a:gd name="T14" fmla="*/ 21 w 181"/>
                <a:gd name="T15" fmla="*/ 148 h 182"/>
                <a:gd name="T16" fmla="*/ 26 w 181"/>
                <a:gd name="T17" fmla="*/ 155 h 182"/>
                <a:gd name="T18" fmla="*/ 33 w 181"/>
                <a:gd name="T19" fmla="*/ 161 h 182"/>
                <a:gd name="T20" fmla="*/ 40 w 181"/>
                <a:gd name="T21" fmla="*/ 165 h 182"/>
                <a:gd name="T22" fmla="*/ 47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3 w 181"/>
                <a:gd name="T29" fmla="*/ 179 h 182"/>
                <a:gd name="T30" fmla="*/ 81 w 181"/>
                <a:gd name="T31" fmla="*/ 181 h 182"/>
                <a:gd name="T32" fmla="*/ 91 w 181"/>
                <a:gd name="T33" fmla="*/ 182 h 182"/>
                <a:gd name="T34" fmla="*/ 99 w 181"/>
                <a:gd name="T35" fmla="*/ 181 h 182"/>
                <a:gd name="T36" fmla="*/ 109 w 181"/>
                <a:gd name="T37" fmla="*/ 179 h 182"/>
                <a:gd name="T38" fmla="*/ 118 w 181"/>
                <a:gd name="T39" fmla="*/ 177 h 182"/>
                <a:gd name="T40" fmla="*/ 125 w 181"/>
                <a:gd name="T41" fmla="*/ 174 h 182"/>
                <a:gd name="T42" fmla="*/ 134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4 w 181"/>
                <a:gd name="T49" fmla="*/ 155 h 182"/>
                <a:gd name="T50" fmla="*/ 161 w 181"/>
                <a:gd name="T51" fmla="*/ 148 h 182"/>
                <a:gd name="T52" fmla="*/ 165 w 181"/>
                <a:gd name="T53" fmla="*/ 142 h 182"/>
                <a:gd name="T54" fmla="*/ 170 w 181"/>
                <a:gd name="T55" fmla="*/ 134 h 182"/>
                <a:gd name="T56" fmla="*/ 173 w 181"/>
                <a:gd name="T57" fmla="*/ 126 h 182"/>
                <a:gd name="T58" fmla="*/ 177 w 181"/>
                <a:gd name="T59" fmla="*/ 118 h 182"/>
                <a:gd name="T60" fmla="*/ 179 w 181"/>
                <a:gd name="T61" fmla="*/ 110 h 182"/>
                <a:gd name="T62" fmla="*/ 180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1" y="100"/>
                  </a:lnTo>
                  <a:lnTo>
                    <a:pt x="2" y="110"/>
                  </a:lnTo>
                  <a:lnTo>
                    <a:pt x="4" y="118"/>
                  </a:lnTo>
                  <a:lnTo>
                    <a:pt x="7" y="126"/>
                  </a:lnTo>
                  <a:lnTo>
                    <a:pt x="11" y="134"/>
                  </a:lnTo>
                  <a:lnTo>
                    <a:pt x="16" y="142"/>
                  </a:lnTo>
                  <a:lnTo>
                    <a:pt x="21" y="148"/>
                  </a:lnTo>
                  <a:lnTo>
                    <a:pt x="26" y="155"/>
                  </a:lnTo>
                  <a:lnTo>
                    <a:pt x="33" y="161"/>
                  </a:lnTo>
                  <a:lnTo>
                    <a:pt x="40" y="165"/>
                  </a:lnTo>
                  <a:lnTo>
                    <a:pt x="47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3" y="179"/>
                  </a:lnTo>
                  <a:lnTo>
                    <a:pt x="81" y="181"/>
                  </a:lnTo>
                  <a:lnTo>
                    <a:pt x="91" y="182"/>
                  </a:lnTo>
                  <a:lnTo>
                    <a:pt x="99" y="181"/>
                  </a:lnTo>
                  <a:lnTo>
                    <a:pt x="109" y="179"/>
                  </a:lnTo>
                  <a:lnTo>
                    <a:pt x="118" y="177"/>
                  </a:lnTo>
                  <a:lnTo>
                    <a:pt x="125" y="174"/>
                  </a:lnTo>
                  <a:lnTo>
                    <a:pt x="134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4" y="155"/>
                  </a:lnTo>
                  <a:lnTo>
                    <a:pt x="161" y="148"/>
                  </a:lnTo>
                  <a:lnTo>
                    <a:pt x="165" y="142"/>
                  </a:lnTo>
                  <a:lnTo>
                    <a:pt x="170" y="134"/>
                  </a:lnTo>
                  <a:lnTo>
                    <a:pt x="173" y="126"/>
                  </a:lnTo>
                  <a:lnTo>
                    <a:pt x="177" y="118"/>
                  </a:lnTo>
                  <a:lnTo>
                    <a:pt x="179" y="110"/>
                  </a:lnTo>
                  <a:lnTo>
                    <a:pt x="180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714">
              <a:extLst>
                <a:ext uri="{FF2B5EF4-FFF2-40B4-BE49-F238E27FC236}">
                  <a16:creationId xmlns:a16="http://schemas.microsoft.com/office/drawing/2014/main" id="{7F864FC8-AB3C-49D8-83BB-14DA02564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938" y="1920875"/>
              <a:ext cx="57150" cy="192088"/>
            </a:xfrm>
            <a:custGeom>
              <a:avLst/>
              <a:gdLst>
                <a:gd name="T0" fmla="*/ 163 w 181"/>
                <a:gd name="T1" fmla="*/ 0 h 602"/>
                <a:gd name="T2" fmla="*/ 157 w 181"/>
                <a:gd name="T3" fmla="*/ 3 h 602"/>
                <a:gd name="T4" fmla="*/ 153 w 181"/>
                <a:gd name="T5" fmla="*/ 7 h 602"/>
                <a:gd name="T6" fmla="*/ 151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0 w 181"/>
                <a:gd name="T15" fmla="*/ 245 h 602"/>
                <a:gd name="T16" fmla="*/ 133 w 181"/>
                <a:gd name="T17" fmla="*/ 254 h 602"/>
                <a:gd name="T18" fmla="*/ 124 w 181"/>
                <a:gd name="T19" fmla="*/ 261 h 602"/>
                <a:gd name="T20" fmla="*/ 113 w 181"/>
                <a:gd name="T21" fmla="*/ 266 h 602"/>
                <a:gd name="T22" fmla="*/ 103 w 181"/>
                <a:gd name="T23" fmla="*/ 270 h 602"/>
                <a:gd name="T24" fmla="*/ 91 w 181"/>
                <a:gd name="T25" fmla="*/ 271 h 602"/>
                <a:gd name="T26" fmla="*/ 78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0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3 w 181"/>
                <a:gd name="T47" fmla="*/ 3 h 602"/>
                <a:gd name="T48" fmla="*/ 18 w 181"/>
                <a:gd name="T49" fmla="*/ 0 h 602"/>
                <a:gd name="T50" fmla="*/ 13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1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7 w 181"/>
                <a:gd name="T67" fmla="*/ 5 h 602"/>
                <a:gd name="T68" fmla="*/ 171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3" y="0"/>
                  </a:lnTo>
                  <a:lnTo>
                    <a:pt x="159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3" y="7"/>
                  </a:lnTo>
                  <a:lnTo>
                    <a:pt x="152" y="9"/>
                  </a:lnTo>
                  <a:lnTo>
                    <a:pt x="151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0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0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8" y="258"/>
                  </a:lnTo>
                  <a:lnTo>
                    <a:pt x="124" y="261"/>
                  </a:lnTo>
                  <a:lnTo>
                    <a:pt x="119" y="264"/>
                  </a:lnTo>
                  <a:lnTo>
                    <a:pt x="113" y="266"/>
                  </a:lnTo>
                  <a:lnTo>
                    <a:pt x="108" y="269"/>
                  </a:lnTo>
                  <a:lnTo>
                    <a:pt x="103" y="270"/>
                  </a:lnTo>
                  <a:lnTo>
                    <a:pt x="96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8" y="270"/>
                  </a:lnTo>
                  <a:lnTo>
                    <a:pt x="73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0" y="245"/>
                  </a:lnTo>
                  <a:lnTo>
                    <a:pt x="37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1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7" y="5"/>
                  </a:lnTo>
                  <a:lnTo>
                    <a:pt x="174" y="3"/>
                  </a:lnTo>
                  <a:lnTo>
                    <a:pt x="171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Rectangle 715">
              <a:extLst>
                <a:ext uri="{FF2B5EF4-FFF2-40B4-BE49-F238E27FC236}">
                  <a16:creationId xmlns:a16="http://schemas.microsoft.com/office/drawing/2014/main" id="{F62F4F23-3E58-4391-99F6-14D56BFAA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938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716">
              <a:extLst>
                <a:ext uri="{FF2B5EF4-FFF2-40B4-BE49-F238E27FC236}">
                  <a16:creationId xmlns:a16="http://schemas.microsoft.com/office/drawing/2014/main" id="{66455EB6-E255-40C5-AFB5-4353F10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750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7 w 30"/>
                <a:gd name="T3" fmla="*/ 181 h 181"/>
                <a:gd name="T4" fmla="*/ 20 w 30"/>
                <a:gd name="T5" fmla="*/ 180 h 181"/>
                <a:gd name="T6" fmla="*/ 22 w 30"/>
                <a:gd name="T7" fmla="*/ 179 h 181"/>
                <a:gd name="T8" fmla="*/ 26 w 30"/>
                <a:gd name="T9" fmla="*/ 176 h 181"/>
                <a:gd name="T10" fmla="*/ 27 w 30"/>
                <a:gd name="T11" fmla="*/ 174 h 181"/>
                <a:gd name="T12" fmla="*/ 29 w 30"/>
                <a:gd name="T13" fmla="*/ 172 h 181"/>
                <a:gd name="T14" fmla="*/ 29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29 w 30"/>
                <a:gd name="T21" fmla="*/ 12 h 181"/>
                <a:gd name="T22" fmla="*/ 29 w 30"/>
                <a:gd name="T23" fmla="*/ 9 h 181"/>
                <a:gd name="T24" fmla="*/ 27 w 30"/>
                <a:gd name="T25" fmla="*/ 7 h 181"/>
                <a:gd name="T26" fmla="*/ 26 w 30"/>
                <a:gd name="T27" fmla="*/ 5 h 181"/>
                <a:gd name="T28" fmla="*/ 22 w 30"/>
                <a:gd name="T29" fmla="*/ 3 h 181"/>
                <a:gd name="T30" fmla="*/ 20 w 30"/>
                <a:gd name="T31" fmla="*/ 2 h 181"/>
                <a:gd name="T32" fmla="*/ 17 w 30"/>
                <a:gd name="T33" fmla="*/ 0 h 181"/>
                <a:gd name="T34" fmla="*/ 15 w 30"/>
                <a:gd name="T35" fmla="*/ 0 h 181"/>
                <a:gd name="T36" fmla="*/ 12 w 30"/>
                <a:gd name="T37" fmla="*/ 0 h 181"/>
                <a:gd name="T38" fmla="*/ 8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8 w 30"/>
                <a:gd name="T65" fmla="*/ 180 h 181"/>
                <a:gd name="T66" fmla="*/ 12 w 30"/>
                <a:gd name="T67" fmla="*/ 181 h 181"/>
                <a:gd name="T68" fmla="*/ 15 w 30"/>
                <a:gd name="T69" fmla="*/ 181 h 181"/>
                <a:gd name="T70" fmla="*/ 15 w 30"/>
                <a:gd name="T7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7" y="181"/>
                  </a:lnTo>
                  <a:lnTo>
                    <a:pt x="20" y="180"/>
                  </a:lnTo>
                  <a:lnTo>
                    <a:pt x="22" y="179"/>
                  </a:lnTo>
                  <a:lnTo>
                    <a:pt x="26" y="176"/>
                  </a:lnTo>
                  <a:lnTo>
                    <a:pt x="27" y="174"/>
                  </a:lnTo>
                  <a:lnTo>
                    <a:pt x="29" y="172"/>
                  </a:lnTo>
                  <a:lnTo>
                    <a:pt x="29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2" y="3"/>
                  </a:lnTo>
                  <a:lnTo>
                    <a:pt x="20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8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717">
              <a:extLst>
                <a:ext uri="{FF2B5EF4-FFF2-40B4-BE49-F238E27FC236}">
                  <a16:creationId xmlns:a16="http://schemas.microsoft.com/office/drawing/2014/main" id="{ACB7783E-196C-43E0-BB10-D454ACB8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1920875"/>
              <a:ext cx="57150" cy="192088"/>
            </a:xfrm>
            <a:custGeom>
              <a:avLst/>
              <a:gdLst>
                <a:gd name="T0" fmla="*/ 162 w 181"/>
                <a:gd name="T1" fmla="*/ 0 h 602"/>
                <a:gd name="T2" fmla="*/ 157 w 181"/>
                <a:gd name="T3" fmla="*/ 3 h 602"/>
                <a:gd name="T4" fmla="*/ 154 w 181"/>
                <a:gd name="T5" fmla="*/ 7 h 602"/>
                <a:gd name="T6" fmla="*/ 152 w 181"/>
                <a:gd name="T7" fmla="*/ 12 h 602"/>
                <a:gd name="T8" fmla="*/ 151 w 181"/>
                <a:gd name="T9" fmla="*/ 211 h 602"/>
                <a:gd name="T10" fmla="*/ 150 w 181"/>
                <a:gd name="T11" fmla="*/ 222 h 602"/>
                <a:gd name="T12" fmla="*/ 146 w 181"/>
                <a:gd name="T13" fmla="*/ 234 h 602"/>
                <a:gd name="T14" fmla="*/ 141 w 181"/>
                <a:gd name="T15" fmla="*/ 245 h 602"/>
                <a:gd name="T16" fmla="*/ 133 w 181"/>
                <a:gd name="T17" fmla="*/ 254 h 602"/>
                <a:gd name="T18" fmla="*/ 125 w 181"/>
                <a:gd name="T19" fmla="*/ 261 h 602"/>
                <a:gd name="T20" fmla="*/ 114 w 181"/>
                <a:gd name="T21" fmla="*/ 266 h 602"/>
                <a:gd name="T22" fmla="*/ 102 w 181"/>
                <a:gd name="T23" fmla="*/ 270 h 602"/>
                <a:gd name="T24" fmla="*/ 91 w 181"/>
                <a:gd name="T25" fmla="*/ 271 h 602"/>
                <a:gd name="T26" fmla="*/ 79 w 181"/>
                <a:gd name="T27" fmla="*/ 270 h 602"/>
                <a:gd name="T28" fmla="*/ 67 w 181"/>
                <a:gd name="T29" fmla="*/ 266 h 602"/>
                <a:gd name="T30" fmla="*/ 57 w 181"/>
                <a:gd name="T31" fmla="*/ 261 h 602"/>
                <a:gd name="T32" fmla="*/ 48 w 181"/>
                <a:gd name="T33" fmla="*/ 254 h 602"/>
                <a:gd name="T34" fmla="*/ 41 w 181"/>
                <a:gd name="T35" fmla="*/ 245 h 602"/>
                <a:gd name="T36" fmla="*/ 35 w 181"/>
                <a:gd name="T37" fmla="*/ 234 h 602"/>
                <a:gd name="T38" fmla="*/ 32 w 181"/>
                <a:gd name="T39" fmla="*/ 224 h 602"/>
                <a:gd name="T40" fmla="*/ 30 w 181"/>
                <a:gd name="T41" fmla="*/ 211 h 602"/>
                <a:gd name="T42" fmla="*/ 30 w 181"/>
                <a:gd name="T43" fmla="*/ 12 h 602"/>
                <a:gd name="T44" fmla="*/ 28 w 181"/>
                <a:gd name="T45" fmla="*/ 7 h 602"/>
                <a:gd name="T46" fmla="*/ 24 w 181"/>
                <a:gd name="T47" fmla="*/ 3 h 602"/>
                <a:gd name="T48" fmla="*/ 19 w 181"/>
                <a:gd name="T49" fmla="*/ 0 h 602"/>
                <a:gd name="T50" fmla="*/ 12 w 181"/>
                <a:gd name="T51" fmla="*/ 0 h 602"/>
                <a:gd name="T52" fmla="*/ 7 w 181"/>
                <a:gd name="T53" fmla="*/ 3 h 602"/>
                <a:gd name="T54" fmla="*/ 3 w 181"/>
                <a:gd name="T55" fmla="*/ 7 h 602"/>
                <a:gd name="T56" fmla="*/ 0 w 181"/>
                <a:gd name="T57" fmla="*/ 12 h 602"/>
                <a:gd name="T58" fmla="*/ 0 w 181"/>
                <a:gd name="T59" fmla="*/ 211 h 602"/>
                <a:gd name="T60" fmla="*/ 181 w 181"/>
                <a:gd name="T61" fmla="*/ 602 h 602"/>
                <a:gd name="T62" fmla="*/ 181 w 181"/>
                <a:gd name="T63" fmla="*/ 15 h 602"/>
                <a:gd name="T64" fmla="*/ 180 w 181"/>
                <a:gd name="T65" fmla="*/ 9 h 602"/>
                <a:gd name="T66" fmla="*/ 176 w 181"/>
                <a:gd name="T67" fmla="*/ 5 h 602"/>
                <a:gd name="T68" fmla="*/ 172 w 181"/>
                <a:gd name="T69" fmla="*/ 2 h 602"/>
                <a:gd name="T70" fmla="*/ 166 w 181"/>
                <a:gd name="T71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602">
                  <a:moveTo>
                    <a:pt x="166" y="0"/>
                  </a:moveTo>
                  <a:lnTo>
                    <a:pt x="162" y="0"/>
                  </a:lnTo>
                  <a:lnTo>
                    <a:pt x="160" y="2"/>
                  </a:lnTo>
                  <a:lnTo>
                    <a:pt x="157" y="3"/>
                  </a:lnTo>
                  <a:lnTo>
                    <a:pt x="155" y="5"/>
                  </a:lnTo>
                  <a:lnTo>
                    <a:pt x="154" y="7"/>
                  </a:lnTo>
                  <a:lnTo>
                    <a:pt x="152" y="9"/>
                  </a:lnTo>
                  <a:lnTo>
                    <a:pt x="152" y="12"/>
                  </a:lnTo>
                  <a:lnTo>
                    <a:pt x="151" y="15"/>
                  </a:lnTo>
                  <a:lnTo>
                    <a:pt x="151" y="211"/>
                  </a:lnTo>
                  <a:lnTo>
                    <a:pt x="151" y="217"/>
                  </a:lnTo>
                  <a:lnTo>
                    <a:pt x="150" y="222"/>
                  </a:lnTo>
                  <a:lnTo>
                    <a:pt x="148" y="229"/>
                  </a:lnTo>
                  <a:lnTo>
                    <a:pt x="146" y="234"/>
                  </a:lnTo>
                  <a:lnTo>
                    <a:pt x="143" y="240"/>
                  </a:lnTo>
                  <a:lnTo>
                    <a:pt x="141" y="245"/>
                  </a:lnTo>
                  <a:lnTo>
                    <a:pt x="137" y="249"/>
                  </a:lnTo>
                  <a:lnTo>
                    <a:pt x="133" y="254"/>
                  </a:lnTo>
                  <a:lnTo>
                    <a:pt x="129" y="258"/>
                  </a:lnTo>
                  <a:lnTo>
                    <a:pt x="125" y="261"/>
                  </a:lnTo>
                  <a:lnTo>
                    <a:pt x="120" y="264"/>
                  </a:lnTo>
                  <a:lnTo>
                    <a:pt x="114" y="266"/>
                  </a:lnTo>
                  <a:lnTo>
                    <a:pt x="109" y="269"/>
                  </a:lnTo>
                  <a:lnTo>
                    <a:pt x="102" y="270"/>
                  </a:lnTo>
                  <a:lnTo>
                    <a:pt x="97" y="271"/>
                  </a:lnTo>
                  <a:lnTo>
                    <a:pt x="91" y="271"/>
                  </a:lnTo>
                  <a:lnTo>
                    <a:pt x="84" y="271"/>
                  </a:lnTo>
                  <a:lnTo>
                    <a:pt x="79" y="270"/>
                  </a:lnTo>
                  <a:lnTo>
                    <a:pt x="72" y="269"/>
                  </a:lnTo>
                  <a:lnTo>
                    <a:pt x="67" y="266"/>
                  </a:lnTo>
                  <a:lnTo>
                    <a:pt x="62" y="264"/>
                  </a:lnTo>
                  <a:lnTo>
                    <a:pt x="57" y="261"/>
                  </a:lnTo>
                  <a:lnTo>
                    <a:pt x="52" y="258"/>
                  </a:lnTo>
                  <a:lnTo>
                    <a:pt x="48" y="254"/>
                  </a:lnTo>
                  <a:lnTo>
                    <a:pt x="44" y="249"/>
                  </a:lnTo>
                  <a:lnTo>
                    <a:pt x="41" y="245"/>
                  </a:lnTo>
                  <a:lnTo>
                    <a:pt x="38" y="240"/>
                  </a:lnTo>
                  <a:lnTo>
                    <a:pt x="35" y="234"/>
                  </a:lnTo>
                  <a:lnTo>
                    <a:pt x="33" y="229"/>
                  </a:lnTo>
                  <a:lnTo>
                    <a:pt x="32" y="224"/>
                  </a:lnTo>
                  <a:lnTo>
                    <a:pt x="30" y="217"/>
                  </a:lnTo>
                  <a:lnTo>
                    <a:pt x="30" y="211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1"/>
                  </a:lnTo>
                  <a:lnTo>
                    <a:pt x="0" y="602"/>
                  </a:lnTo>
                  <a:lnTo>
                    <a:pt x="181" y="602"/>
                  </a:lnTo>
                  <a:lnTo>
                    <a:pt x="181" y="211"/>
                  </a:lnTo>
                  <a:lnTo>
                    <a:pt x="181" y="15"/>
                  </a:lnTo>
                  <a:lnTo>
                    <a:pt x="181" y="12"/>
                  </a:lnTo>
                  <a:lnTo>
                    <a:pt x="180" y="9"/>
                  </a:lnTo>
                  <a:lnTo>
                    <a:pt x="178" y="7"/>
                  </a:lnTo>
                  <a:lnTo>
                    <a:pt x="176" y="5"/>
                  </a:lnTo>
                  <a:lnTo>
                    <a:pt x="174" y="3"/>
                  </a:lnTo>
                  <a:lnTo>
                    <a:pt x="172" y="2"/>
                  </a:lnTo>
                  <a:lnTo>
                    <a:pt x="169" y="0"/>
                  </a:lnTo>
                  <a:lnTo>
                    <a:pt x="1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Rectangle 718">
              <a:extLst>
                <a:ext uri="{FF2B5EF4-FFF2-40B4-BE49-F238E27FC236}">
                  <a16:creationId xmlns:a16="http://schemas.microsoft.com/office/drawing/2014/main" id="{CB587A79-A690-4BE1-9A7B-D4D179008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263" y="2122488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719">
              <a:extLst>
                <a:ext uri="{FF2B5EF4-FFF2-40B4-BE49-F238E27FC236}">
                  <a16:creationId xmlns:a16="http://schemas.microsoft.com/office/drawing/2014/main" id="{9B27E552-9858-46C0-912C-436578879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63" y="2151063"/>
              <a:ext cx="57150" cy="57150"/>
            </a:xfrm>
            <a:custGeom>
              <a:avLst/>
              <a:gdLst>
                <a:gd name="T0" fmla="*/ 0 w 181"/>
                <a:gd name="T1" fmla="*/ 91 h 182"/>
                <a:gd name="T2" fmla="*/ 0 w 181"/>
                <a:gd name="T3" fmla="*/ 100 h 182"/>
                <a:gd name="T4" fmla="*/ 3 w 181"/>
                <a:gd name="T5" fmla="*/ 110 h 182"/>
                <a:gd name="T6" fmla="*/ 5 w 181"/>
                <a:gd name="T7" fmla="*/ 118 h 182"/>
                <a:gd name="T8" fmla="*/ 8 w 181"/>
                <a:gd name="T9" fmla="*/ 126 h 182"/>
                <a:gd name="T10" fmla="*/ 11 w 181"/>
                <a:gd name="T11" fmla="*/ 134 h 182"/>
                <a:gd name="T12" fmla="*/ 15 w 181"/>
                <a:gd name="T13" fmla="*/ 142 h 182"/>
                <a:gd name="T14" fmla="*/ 21 w 181"/>
                <a:gd name="T15" fmla="*/ 148 h 182"/>
                <a:gd name="T16" fmla="*/ 27 w 181"/>
                <a:gd name="T17" fmla="*/ 155 h 182"/>
                <a:gd name="T18" fmla="*/ 34 w 181"/>
                <a:gd name="T19" fmla="*/ 161 h 182"/>
                <a:gd name="T20" fmla="*/ 40 w 181"/>
                <a:gd name="T21" fmla="*/ 165 h 182"/>
                <a:gd name="T22" fmla="*/ 48 w 181"/>
                <a:gd name="T23" fmla="*/ 171 h 182"/>
                <a:gd name="T24" fmla="*/ 55 w 181"/>
                <a:gd name="T25" fmla="*/ 174 h 182"/>
                <a:gd name="T26" fmla="*/ 64 w 181"/>
                <a:gd name="T27" fmla="*/ 177 h 182"/>
                <a:gd name="T28" fmla="*/ 72 w 181"/>
                <a:gd name="T29" fmla="*/ 179 h 182"/>
                <a:gd name="T30" fmla="*/ 82 w 181"/>
                <a:gd name="T31" fmla="*/ 181 h 182"/>
                <a:gd name="T32" fmla="*/ 91 w 181"/>
                <a:gd name="T33" fmla="*/ 182 h 182"/>
                <a:gd name="T34" fmla="*/ 100 w 181"/>
                <a:gd name="T35" fmla="*/ 181 h 182"/>
                <a:gd name="T36" fmla="*/ 109 w 181"/>
                <a:gd name="T37" fmla="*/ 179 h 182"/>
                <a:gd name="T38" fmla="*/ 117 w 181"/>
                <a:gd name="T39" fmla="*/ 177 h 182"/>
                <a:gd name="T40" fmla="*/ 126 w 181"/>
                <a:gd name="T41" fmla="*/ 174 h 182"/>
                <a:gd name="T42" fmla="*/ 133 w 181"/>
                <a:gd name="T43" fmla="*/ 171 h 182"/>
                <a:gd name="T44" fmla="*/ 141 w 181"/>
                <a:gd name="T45" fmla="*/ 165 h 182"/>
                <a:gd name="T46" fmla="*/ 148 w 181"/>
                <a:gd name="T47" fmla="*/ 161 h 182"/>
                <a:gd name="T48" fmla="*/ 155 w 181"/>
                <a:gd name="T49" fmla="*/ 155 h 182"/>
                <a:gd name="T50" fmla="*/ 160 w 181"/>
                <a:gd name="T51" fmla="*/ 148 h 182"/>
                <a:gd name="T52" fmla="*/ 166 w 181"/>
                <a:gd name="T53" fmla="*/ 142 h 182"/>
                <a:gd name="T54" fmla="*/ 170 w 181"/>
                <a:gd name="T55" fmla="*/ 134 h 182"/>
                <a:gd name="T56" fmla="*/ 174 w 181"/>
                <a:gd name="T57" fmla="*/ 126 h 182"/>
                <a:gd name="T58" fmla="*/ 177 w 181"/>
                <a:gd name="T59" fmla="*/ 118 h 182"/>
                <a:gd name="T60" fmla="*/ 180 w 181"/>
                <a:gd name="T61" fmla="*/ 110 h 182"/>
                <a:gd name="T62" fmla="*/ 181 w 181"/>
                <a:gd name="T63" fmla="*/ 100 h 182"/>
                <a:gd name="T64" fmla="*/ 181 w 181"/>
                <a:gd name="T65" fmla="*/ 91 h 182"/>
                <a:gd name="T66" fmla="*/ 181 w 181"/>
                <a:gd name="T67" fmla="*/ 0 h 182"/>
                <a:gd name="T68" fmla="*/ 0 w 181"/>
                <a:gd name="T69" fmla="*/ 0 h 182"/>
                <a:gd name="T70" fmla="*/ 0 w 181"/>
                <a:gd name="T71" fmla="*/ 9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1" h="182">
                  <a:moveTo>
                    <a:pt x="0" y="91"/>
                  </a:moveTo>
                  <a:lnTo>
                    <a:pt x="0" y="100"/>
                  </a:lnTo>
                  <a:lnTo>
                    <a:pt x="3" y="110"/>
                  </a:lnTo>
                  <a:lnTo>
                    <a:pt x="5" y="118"/>
                  </a:lnTo>
                  <a:lnTo>
                    <a:pt x="8" y="126"/>
                  </a:lnTo>
                  <a:lnTo>
                    <a:pt x="11" y="134"/>
                  </a:lnTo>
                  <a:lnTo>
                    <a:pt x="15" y="142"/>
                  </a:lnTo>
                  <a:lnTo>
                    <a:pt x="21" y="148"/>
                  </a:lnTo>
                  <a:lnTo>
                    <a:pt x="27" y="155"/>
                  </a:lnTo>
                  <a:lnTo>
                    <a:pt x="34" y="161"/>
                  </a:lnTo>
                  <a:lnTo>
                    <a:pt x="40" y="165"/>
                  </a:lnTo>
                  <a:lnTo>
                    <a:pt x="48" y="171"/>
                  </a:lnTo>
                  <a:lnTo>
                    <a:pt x="55" y="174"/>
                  </a:lnTo>
                  <a:lnTo>
                    <a:pt x="64" y="177"/>
                  </a:lnTo>
                  <a:lnTo>
                    <a:pt x="72" y="179"/>
                  </a:lnTo>
                  <a:lnTo>
                    <a:pt x="82" y="181"/>
                  </a:lnTo>
                  <a:lnTo>
                    <a:pt x="91" y="182"/>
                  </a:lnTo>
                  <a:lnTo>
                    <a:pt x="100" y="181"/>
                  </a:lnTo>
                  <a:lnTo>
                    <a:pt x="109" y="179"/>
                  </a:lnTo>
                  <a:lnTo>
                    <a:pt x="117" y="177"/>
                  </a:lnTo>
                  <a:lnTo>
                    <a:pt x="126" y="174"/>
                  </a:lnTo>
                  <a:lnTo>
                    <a:pt x="133" y="171"/>
                  </a:lnTo>
                  <a:lnTo>
                    <a:pt x="141" y="165"/>
                  </a:lnTo>
                  <a:lnTo>
                    <a:pt x="148" y="161"/>
                  </a:lnTo>
                  <a:lnTo>
                    <a:pt x="155" y="155"/>
                  </a:lnTo>
                  <a:lnTo>
                    <a:pt x="160" y="148"/>
                  </a:lnTo>
                  <a:lnTo>
                    <a:pt x="166" y="142"/>
                  </a:lnTo>
                  <a:lnTo>
                    <a:pt x="170" y="134"/>
                  </a:lnTo>
                  <a:lnTo>
                    <a:pt x="174" y="126"/>
                  </a:lnTo>
                  <a:lnTo>
                    <a:pt x="177" y="118"/>
                  </a:lnTo>
                  <a:lnTo>
                    <a:pt x="180" y="110"/>
                  </a:lnTo>
                  <a:lnTo>
                    <a:pt x="181" y="100"/>
                  </a:lnTo>
                  <a:lnTo>
                    <a:pt x="181" y="91"/>
                  </a:lnTo>
                  <a:lnTo>
                    <a:pt x="181" y="0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720">
              <a:extLst>
                <a:ext uri="{FF2B5EF4-FFF2-40B4-BE49-F238E27FC236}">
                  <a16:creationId xmlns:a16="http://schemas.microsoft.com/office/drawing/2014/main" id="{445A4A3C-20C5-4624-9209-D11A75CEC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075" y="1930400"/>
              <a:ext cx="9525" cy="57150"/>
            </a:xfrm>
            <a:custGeom>
              <a:avLst/>
              <a:gdLst>
                <a:gd name="T0" fmla="*/ 15 w 30"/>
                <a:gd name="T1" fmla="*/ 181 h 181"/>
                <a:gd name="T2" fmla="*/ 18 w 30"/>
                <a:gd name="T3" fmla="*/ 181 h 181"/>
                <a:gd name="T4" fmla="*/ 21 w 30"/>
                <a:gd name="T5" fmla="*/ 180 h 181"/>
                <a:gd name="T6" fmla="*/ 23 w 30"/>
                <a:gd name="T7" fmla="*/ 179 h 181"/>
                <a:gd name="T8" fmla="*/ 25 w 30"/>
                <a:gd name="T9" fmla="*/ 176 h 181"/>
                <a:gd name="T10" fmla="*/ 27 w 30"/>
                <a:gd name="T11" fmla="*/ 174 h 181"/>
                <a:gd name="T12" fmla="*/ 28 w 30"/>
                <a:gd name="T13" fmla="*/ 172 h 181"/>
                <a:gd name="T14" fmla="*/ 30 w 30"/>
                <a:gd name="T15" fmla="*/ 169 h 181"/>
                <a:gd name="T16" fmla="*/ 30 w 30"/>
                <a:gd name="T17" fmla="*/ 166 h 181"/>
                <a:gd name="T18" fmla="*/ 30 w 30"/>
                <a:gd name="T19" fmla="*/ 16 h 181"/>
                <a:gd name="T20" fmla="*/ 30 w 30"/>
                <a:gd name="T21" fmla="*/ 12 h 181"/>
                <a:gd name="T22" fmla="*/ 28 w 30"/>
                <a:gd name="T23" fmla="*/ 9 h 181"/>
                <a:gd name="T24" fmla="*/ 27 w 30"/>
                <a:gd name="T25" fmla="*/ 7 h 181"/>
                <a:gd name="T26" fmla="*/ 25 w 30"/>
                <a:gd name="T27" fmla="*/ 5 h 181"/>
                <a:gd name="T28" fmla="*/ 23 w 30"/>
                <a:gd name="T29" fmla="*/ 3 h 181"/>
                <a:gd name="T30" fmla="*/ 21 w 30"/>
                <a:gd name="T31" fmla="*/ 2 h 181"/>
                <a:gd name="T32" fmla="*/ 18 w 30"/>
                <a:gd name="T33" fmla="*/ 0 h 181"/>
                <a:gd name="T34" fmla="*/ 15 w 30"/>
                <a:gd name="T35" fmla="*/ 0 h 181"/>
                <a:gd name="T36" fmla="*/ 11 w 30"/>
                <a:gd name="T37" fmla="*/ 0 h 181"/>
                <a:gd name="T38" fmla="*/ 9 w 30"/>
                <a:gd name="T39" fmla="*/ 2 h 181"/>
                <a:gd name="T40" fmla="*/ 6 w 30"/>
                <a:gd name="T41" fmla="*/ 3 h 181"/>
                <a:gd name="T42" fmla="*/ 4 w 30"/>
                <a:gd name="T43" fmla="*/ 5 h 181"/>
                <a:gd name="T44" fmla="*/ 2 w 30"/>
                <a:gd name="T45" fmla="*/ 7 h 181"/>
                <a:gd name="T46" fmla="*/ 1 w 30"/>
                <a:gd name="T47" fmla="*/ 9 h 181"/>
                <a:gd name="T48" fmla="*/ 0 w 30"/>
                <a:gd name="T49" fmla="*/ 12 h 181"/>
                <a:gd name="T50" fmla="*/ 0 w 30"/>
                <a:gd name="T51" fmla="*/ 16 h 181"/>
                <a:gd name="T52" fmla="*/ 0 w 30"/>
                <a:gd name="T53" fmla="*/ 166 h 181"/>
                <a:gd name="T54" fmla="*/ 0 w 30"/>
                <a:gd name="T55" fmla="*/ 169 h 181"/>
                <a:gd name="T56" fmla="*/ 1 w 30"/>
                <a:gd name="T57" fmla="*/ 172 h 181"/>
                <a:gd name="T58" fmla="*/ 2 w 30"/>
                <a:gd name="T59" fmla="*/ 174 h 181"/>
                <a:gd name="T60" fmla="*/ 4 w 30"/>
                <a:gd name="T61" fmla="*/ 176 h 181"/>
                <a:gd name="T62" fmla="*/ 6 w 30"/>
                <a:gd name="T63" fmla="*/ 179 h 181"/>
                <a:gd name="T64" fmla="*/ 9 w 30"/>
                <a:gd name="T65" fmla="*/ 180 h 181"/>
                <a:gd name="T66" fmla="*/ 11 w 30"/>
                <a:gd name="T67" fmla="*/ 181 h 181"/>
                <a:gd name="T68" fmla="*/ 15 w 30"/>
                <a:gd name="T6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181">
                  <a:moveTo>
                    <a:pt x="15" y="181"/>
                  </a:moveTo>
                  <a:lnTo>
                    <a:pt x="18" y="181"/>
                  </a:lnTo>
                  <a:lnTo>
                    <a:pt x="21" y="180"/>
                  </a:lnTo>
                  <a:lnTo>
                    <a:pt x="23" y="179"/>
                  </a:lnTo>
                  <a:lnTo>
                    <a:pt x="25" y="176"/>
                  </a:lnTo>
                  <a:lnTo>
                    <a:pt x="27" y="174"/>
                  </a:lnTo>
                  <a:lnTo>
                    <a:pt x="28" y="172"/>
                  </a:lnTo>
                  <a:lnTo>
                    <a:pt x="30" y="169"/>
                  </a:lnTo>
                  <a:lnTo>
                    <a:pt x="30" y="166"/>
                  </a:lnTo>
                  <a:lnTo>
                    <a:pt x="30" y="16"/>
                  </a:lnTo>
                  <a:lnTo>
                    <a:pt x="30" y="12"/>
                  </a:lnTo>
                  <a:lnTo>
                    <a:pt x="28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9"/>
                  </a:lnTo>
                  <a:lnTo>
                    <a:pt x="9" y="180"/>
                  </a:lnTo>
                  <a:lnTo>
                    <a:pt x="11" y="181"/>
                  </a:lnTo>
                  <a:lnTo>
                    <a:pt x="15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0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6963181" y="2902974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Freeform 3850" descr="Icon of lightning. ">
            <a:extLst>
              <a:ext uri="{FF2B5EF4-FFF2-40B4-BE49-F238E27FC236}">
                <a16:creationId xmlns:a16="http://schemas.microsoft.com/office/drawing/2014/main" id="{4F438411-AB3F-41D1-B7B0-3BD67465A272}"/>
              </a:ext>
            </a:extLst>
          </p:cNvPr>
          <p:cNvSpPr>
            <a:spLocks/>
          </p:cNvSpPr>
          <p:nvPr/>
        </p:nvSpPr>
        <p:spPr bwMode="auto">
          <a:xfrm>
            <a:off x="4904481" y="4108092"/>
            <a:ext cx="268346" cy="380334"/>
          </a:xfrm>
          <a:custGeom>
            <a:avLst/>
            <a:gdLst>
              <a:gd name="T0" fmla="*/ 635 w 636"/>
              <a:gd name="T1" fmla="*/ 369 h 901"/>
              <a:gd name="T2" fmla="*/ 632 w 636"/>
              <a:gd name="T3" fmla="*/ 365 h 901"/>
              <a:gd name="T4" fmla="*/ 629 w 636"/>
              <a:gd name="T5" fmla="*/ 362 h 901"/>
              <a:gd name="T6" fmla="*/ 625 w 636"/>
              <a:gd name="T7" fmla="*/ 360 h 901"/>
              <a:gd name="T8" fmla="*/ 621 w 636"/>
              <a:gd name="T9" fmla="*/ 360 h 901"/>
              <a:gd name="T10" fmla="*/ 337 w 636"/>
              <a:gd name="T11" fmla="*/ 360 h 901"/>
              <a:gd name="T12" fmla="*/ 409 w 636"/>
              <a:gd name="T13" fmla="*/ 17 h 901"/>
              <a:gd name="T14" fmla="*/ 409 w 636"/>
              <a:gd name="T15" fmla="*/ 13 h 901"/>
              <a:gd name="T16" fmla="*/ 408 w 636"/>
              <a:gd name="T17" fmla="*/ 7 h 901"/>
              <a:gd name="T18" fmla="*/ 405 w 636"/>
              <a:gd name="T19" fmla="*/ 3 h 901"/>
              <a:gd name="T20" fmla="*/ 400 w 636"/>
              <a:gd name="T21" fmla="*/ 1 h 901"/>
              <a:gd name="T22" fmla="*/ 395 w 636"/>
              <a:gd name="T23" fmla="*/ 0 h 901"/>
              <a:gd name="T24" fmla="*/ 390 w 636"/>
              <a:gd name="T25" fmla="*/ 0 h 901"/>
              <a:gd name="T26" fmla="*/ 385 w 636"/>
              <a:gd name="T27" fmla="*/ 2 h 901"/>
              <a:gd name="T28" fmla="*/ 382 w 636"/>
              <a:gd name="T29" fmla="*/ 6 h 901"/>
              <a:gd name="T30" fmla="*/ 2 w 636"/>
              <a:gd name="T31" fmla="*/ 547 h 901"/>
              <a:gd name="T32" fmla="*/ 1 w 636"/>
              <a:gd name="T33" fmla="*/ 550 h 901"/>
              <a:gd name="T34" fmla="*/ 0 w 636"/>
              <a:gd name="T35" fmla="*/ 554 h 901"/>
              <a:gd name="T36" fmla="*/ 0 w 636"/>
              <a:gd name="T37" fmla="*/ 559 h 901"/>
              <a:gd name="T38" fmla="*/ 1 w 636"/>
              <a:gd name="T39" fmla="*/ 562 h 901"/>
              <a:gd name="T40" fmla="*/ 4 w 636"/>
              <a:gd name="T41" fmla="*/ 566 h 901"/>
              <a:gd name="T42" fmla="*/ 8 w 636"/>
              <a:gd name="T43" fmla="*/ 568 h 901"/>
              <a:gd name="T44" fmla="*/ 11 w 636"/>
              <a:gd name="T45" fmla="*/ 569 h 901"/>
              <a:gd name="T46" fmla="*/ 15 w 636"/>
              <a:gd name="T47" fmla="*/ 570 h 901"/>
              <a:gd name="T48" fmla="*/ 299 w 636"/>
              <a:gd name="T49" fmla="*/ 570 h 901"/>
              <a:gd name="T50" fmla="*/ 228 w 636"/>
              <a:gd name="T51" fmla="*/ 882 h 901"/>
              <a:gd name="T52" fmla="*/ 228 w 636"/>
              <a:gd name="T53" fmla="*/ 888 h 901"/>
              <a:gd name="T54" fmla="*/ 229 w 636"/>
              <a:gd name="T55" fmla="*/ 892 h 901"/>
              <a:gd name="T56" fmla="*/ 232 w 636"/>
              <a:gd name="T57" fmla="*/ 896 h 901"/>
              <a:gd name="T58" fmla="*/ 236 w 636"/>
              <a:gd name="T59" fmla="*/ 900 h 901"/>
              <a:gd name="T60" fmla="*/ 239 w 636"/>
              <a:gd name="T61" fmla="*/ 901 h 901"/>
              <a:gd name="T62" fmla="*/ 243 w 636"/>
              <a:gd name="T63" fmla="*/ 901 h 901"/>
              <a:gd name="T64" fmla="*/ 246 w 636"/>
              <a:gd name="T65" fmla="*/ 901 h 901"/>
              <a:gd name="T66" fmla="*/ 249 w 636"/>
              <a:gd name="T67" fmla="*/ 900 h 901"/>
              <a:gd name="T68" fmla="*/ 252 w 636"/>
              <a:gd name="T69" fmla="*/ 897 h 901"/>
              <a:gd name="T70" fmla="*/ 254 w 636"/>
              <a:gd name="T71" fmla="*/ 895 h 901"/>
              <a:gd name="T72" fmla="*/ 633 w 636"/>
              <a:gd name="T73" fmla="*/ 384 h 901"/>
              <a:gd name="T74" fmla="*/ 635 w 636"/>
              <a:gd name="T75" fmla="*/ 381 h 901"/>
              <a:gd name="T76" fmla="*/ 636 w 636"/>
              <a:gd name="T77" fmla="*/ 376 h 901"/>
              <a:gd name="T78" fmla="*/ 636 w 636"/>
              <a:gd name="T79" fmla="*/ 372 h 901"/>
              <a:gd name="T80" fmla="*/ 635 w 636"/>
              <a:gd name="T81" fmla="*/ 369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36" h="901">
                <a:moveTo>
                  <a:pt x="635" y="369"/>
                </a:moveTo>
                <a:lnTo>
                  <a:pt x="632" y="365"/>
                </a:lnTo>
                <a:lnTo>
                  <a:pt x="629" y="362"/>
                </a:lnTo>
                <a:lnTo>
                  <a:pt x="625" y="360"/>
                </a:lnTo>
                <a:lnTo>
                  <a:pt x="621" y="360"/>
                </a:lnTo>
                <a:lnTo>
                  <a:pt x="337" y="360"/>
                </a:lnTo>
                <a:lnTo>
                  <a:pt x="409" y="17"/>
                </a:lnTo>
                <a:lnTo>
                  <a:pt x="409" y="13"/>
                </a:lnTo>
                <a:lnTo>
                  <a:pt x="408" y="7"/>
                </a:lnTo>
                <a:lnTo>
                  <a:pt x="405" y="3"/>
                </a:lnTo>
                <a:lnTo>
                  <a:pt x="400" y="1"/>
                </a:lnTo>
                <a:lnTo>
                  <a:pt x="395" y="0"/>
                </a:lnTo>
                <a:lnTo>
                  <a:pt x="390" y="0"/>
                </a:lnTo>
                <a:lnTo>
                  <a:pt x="385" y="2"/>
                </a:lnTo>
                <a:lnTo>
                  <a:pt x="382" y="6"/>
                </a:lnTo>
                <a:lnTo>
                  <a:pt x="2" y="547"/>
                </a:lnTo>
                <a:lnTo>
                  <a:pt x="1" y="550"/>
                </a:lnTo>
                <a:lnTo>
                  <a:pt x="0" y="554"/>
                </a:lnTo>
                <a:lnTo>
                  <a:pt x="0" y="559"/>
                </a:lnTo>
                <a:lnTo>
                  <a:pt x="1" y="562"/>
                </a:lnTo>
                <a:lnTo>
                  <a:pt x="4" y="566"/>
                </a:lnTo>
                <a:lnTo>
                  <a:pt x="8" y="568"/>
                </a:lnTo>
                <a:lnTo>
                  <a:pt x="11" y="569"/>
                </a:lnTo>
                <a:lnTo>
                  <a:pt x="15" y="570"/>
                </a:lnTo>
                <a:lnTo>
                  <a:pt x="299" y="570"/>
                </a:lnTo>
                <a:lnTo>
                  <a:pt x="228" y="882"/>
                </a:lnTo>
                <a:lnTo>
                  <a:pt x="228" y="888"/>
                </a:lnTo>
                <a:lnTo>
                  <a:pt x="229" y="892"/>
                </a:lnTo>
                <a:lnTo>
                  <a:pt x="232" y="896"/>
                </a:lnTo>
                <a:lnTo>
                  <a:pt x="236" y="900"/>
                </a:lnTo>
                <a:lnTo>
                  <a:pt x="239" y="901"/>
                </a:lnTo>
                <a:lnTo>
                  <a:pt x="243" y="901"/>
                </a:lnTo>
                <a:lnTo>
                  <a:pt x="246" y="901"/>
                </a:lnTo>
                <a:lnTo>
                  <a:pt x="249" y="900"/>
                </a:lnTo>
                <a:lnTo>
                  <a:pt x="252" y="897"/>
                </a:lnTo>
                <a:lnTo>
                  <a:pt x="254" y="895"/>
                </a:lnTo>
                <a:lnTo>
                  <a:pt x="633" y="384"/>
                </a:lnTo>
                <a:lnTo>
                  <a:pt x="635" y="381"/>
                </a:lnTo>
                <a:lnTo>
                  <a:pt x="636" y="376"/>
                </a:lnTo>
                <a:lnTo>
                  <a:pt x="636" y="372"/>
                </a:lnTo>
                <a:lnTo>
                  <a:pt x="635" y="36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4152623" y="2916267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73" name="Group 72" descr="Icon of computer monitors. ">
            <a:extLst>
              <a:ext uri="{FF2B5EF4-FFF2-40B4-BE49-F238E27FC236}">
                <a16:creationId xmlns:a16="http://schemas.microsoft.com/office/drawing/2014/main" id="{6C60D8E2-BC37-4164-84A8-5B32D836BEC3}"/>
              </a:ext>
            </a:extLst>
          </p:cNvPr>
          <p:cNvGrpSpPr/>
          <p:nvPr/>
        </p:nvGrpSpPr>
        <p:grpSpPr>
          <a:xfrm>
            <a:off x="7667022" y="4107036"/>
            <a:ext cx="382447" cy="382446"/>
            <a:chOff x="879475" y="5100638"/>
            <a:chExt cx="287338" cy="287337"/>
          </a:xfrm>
          <a:solidFill>
            <a:schemeClr val="accent4">
              <a:lumMod val="75000"/>
            </a:schemeClr>
          </a:solidFill>
        </p:grpSpPr>
        <p:sp>
          <p:nvSpPr>
            <p:cNvPr id="74" name="Freeform 1636">
              <a:extLst>
                <a:ext uri="{FF2B5EF4-FFF2-40B4-BE49-F238E27FC236}">
                  <a16:creationId xmlns:a16="http://schemas.microsoft.com/office/drawing/2014/main" id="{69FF00E7-041A-4CE9-A6E6-F43110659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" y="5233988"/>
              <a:ext cx="38100" cy="9525"/>
            </a:xfrm>
            <a:custGeom>
              <a:avLst/>
              <a:gdLst>
                <a:gd name="T0" fmla="*/ 105 w 121"/>
                <a:gd name="T1" fmla="*/ 0 h 30"/>
                <a:gd name="T2" fmla="*/ 15 w 121"/>
                <a:gd name="T3" fmla="*/ 0 h 30"/>
                <a:gd name="T4" fmla="*/ 13 w 121"/>
                <a:gd name="T5" fmla="*/ 0 h 30"/>
                <a:gd name="T6" fmla="*/ 9 w 121"/>
                <a:gd name="T7" fmla="*/ 1 h 30"/>
                <a:gd name="T8" fmla="*/ 7 w 121"/>
                <a:gd name="T9" fmla="*/ 2 h 30"/>
                <a:gd name="T10" fmla="*/ 5 w 121"/>
                <a:gd name="T11" fmla="*/ 4 h 30"/>
                <a:gd name="T12" fmla="*/ 3 w 121"/>
                <a:gd name="T13" fmla="*/ 6 h 30"/>
                <a:gd name="T14" fmla="*/ 2 w 121"/>
                <a:gd name="T15" fmla="*/ 9 h 30"/>
                <a:gd name="T16" fmla="*/ 0 w 121"/>
                <a:gd name="T17" fmla="*/ 12 h 30"/>
                <a:gd name="T18" fmla="*/ 0 w 121"/>
                <a:gd name="T19" fmla="*/ 14 h 30"/>
                <a:gd name="T20" fmla="*/ 0 w 121"/>
                <a:gd name="T21" fmla="*/ 17 h 30"/>
                <a:gd name="T22" fmla="*/ 2 w 121"/>
                <a:gd name="T23" fmla="*/ 21 h 30"/>
                <a:gd name="T24" fmla="*/ 3 w 121"/>
                <a:gd name="T25" fmla="*/ 23 h 30"/>
                <a:gd name="T26" fmla="*/ 5 w 121"/>
                <a:gd name="T27" fmla="*/ 25 h 30"/>
                <a:gd name="T28" fmla="*/ 7 w 121"/>
                <a:gd name="T29" fmla="*/ 27 h 30"/>
                <a:gd name="T30" fmla="*/ 9 w 121"/>
                <a:gd name="T31" fmla="*/ 29 h 30"/>
                <a:gd name="T32" fmla="*/ 13 w 121"/>
                <a:gd name="T33" fmla="*/ 30 h 30"/>
                <a:gd name="T34" fmla="*/ 15 w 121"/>
                <a:gd name="T35" fmla="*/ 30 h 30"/>
                <a:gd name="T36" fmla="*/ 105 w 121"/>
                <a:gd name="T37" fmla="*/ 30 h 30"/>
                <a:gd name="T38" fmla="*/ 109 w 121"/>
                <a:gd name="T39" fmla="*/ 30 h 30"/>
                <a:gd name="T40" fmla="*/ 111 w 121"/>
                <a:gd name="T41" fmla="*/ 29 h 30"/>
                <a:gd name="T42" fmla="*/ 114 w 121"/>
                <a:gd name="T43" fmla="*/ 27 h 30"/>
                <a:gd name="T44" fmla="*/ 117 w 121"/>
                <a:gd name="T45" fmla="*/ 25 h 30"/>
                <a:gd name="T46" fmla="*/ 118 w 121"/>
                <a:gd name="T47" fmla="*/ 23 h 30"/>
                <a:gd name="T48" fmla="*/ 120 w 121"/>
                <a:gd name="T49" fmla="*/ 21 h 30"/>
                <a:gd name="T50" fmla="*/ 121 w 121"/>
                <a:gd name="T51" fmla="*/ 17 h 30"/>
                <a:gd name="T52" fmla="*/ 121 w 121"/>
                <a:gd name="T53" fmla="*/ 14 h 30"/>
                <a:gd name="T54" fmla="*/ 121 w 121"/>
                <a:gd name="T55" fmla="*/ 12 h 30"/>
                <a:gd name="T56" fmla="*/ 120 w 121"/>
                <a:gd name="T57" fmla="*/ 9 h 30"/>
                <a:gd name="T58" fmla="*/ 118 w 121"/>
                <a:gd name="T59" fmla="*/ 6 h 30"/>
                <a:gd name="T60" fmla="*/ 117 w 121"/>
                <a:gd name="T61" fmla="*/ 4 h 30"/>
                <a:gd name="T62" fmla="*/ 114 w 121"/>
                <a:gd name="T63" fmla="*/ 2 h 30"/>
                <a:gd name="T64" fmla="*/ 111 w 121"/>
                <a:gd name="T65" fmla="*/ 1 h 30"/>
                <a:gd name="T66" fmla="*/ 109 w 121"/>
                <a:gd name="T67" fmla="*/ 0 h 30"/>
                <a:gd name="T68" fmla="*/ 105 w 12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" h="30">
                  <a:moveTo>
                    <a:pt x="105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9"/>
                  </a:lnTo>
                  <a:lnTo>
                    <a:pt x="13" y="30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30"/>
                  </a:lnTo>
                  <a:lnTo>
                    <a:pt x="111" y="29"/>
                  </a:lnTo>
                  <a:lnTo>
                    <a:pt x="114" y="27"/>
                  </a:lnTo>
                  <a:lnTo>
                    <a:pt x="117" y="25"/>
                  </a:lnTo>
                  <a:lnTo>
                    <a:pt x="118" y="23"/>
                  </a:lnTo>
                  <a:lnTo>
                    <a:pt x="120" y="21"/>
                  </a:lnTo>
                  <a:lnTo>
                    <a:pt x="121" y="17"/>
                  </a:lnTo>
                  <a:lnTo>
                    <a:pt x="121" y="14"/>
                  </a:lnTo>
                  <a:lnTo>
                    <a:pt x="121" y="12"/>
                  </a:lnTo>
                  <a:lnTo>
                    <a:pt x="120" y="9"/>
                  </a:lnTo>
                  <a:lnTo>
                    <a:pt x="118" y="6"/>
                  </a:lnTo>
                  <a:lnTo>
                    <a:pt x="117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1637">
              <a:extLst>
                <a:ext uri="{FF2B5EF4-FFF2-40B4-BE49-F238E27FC236}">
                  <a16:creationId xmlns:a16="http://schemas.microsoft.com/office/drawing/2014/main" id="{81654380-670A-482D-81FB-A4FFEA610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00638"/>
              <a:ext cx="153988" cy="85725"/>
            </a:xfrm>
            <a:custGeom>
              <a:avLst/>
              <a:gdLst>
                <a:gd name="T0" fmla="*/ 482 w 482"/>
                <a:gd name="T1" fmla="*/ 60 h 271"/>
                <a:gd name="T2" fmla="*/ 482 w 482"/>
                <a:gd name="T3" fmla="*/ 54 h 271"/>
                <a:gd name="T4" fmla="*/ 481 w 482"/>
                <a:gd name="T5" fmla="*/ 48 h 271"/>
                <a:gd name="T6" fmla="*/ 480 w 482"/>
                <a:gd name="T7" fmla="*/ 42 h 271"/>
                <a:gd name="T8" fmla="*/ 478 w 482"/>
                <a:gd name="T9" fmla="*/ 37 h 271"/>
                <a:gd name="T10" fmla="*/ 475 w 482"/>
                <a:gd name="T11" fmla="*/ 31 h 271"/>
                <a:gd name="T12" fmla="*/ 472 w 482"/>
                <a:gd name="T13" fmla="*/ 27 h 271"/>
                <a:gd name="T14" fmla="*/ 469 w 482"/>
                <a:gd name="T15" fmla="*/ 22 h 271"/>
                <a:gd name="T16" fmla="*/ 464 w 482"/>
                <a:gd name="T17" fmla="*/ 18 h 271"/>
                <a:gd name="T18" fmla="*/ 460 w 482"/>
                <a:gd name="T19" fmla="*/ 13 h 271"/>
                <a:gd name="T20" fmla="*/ 455 w 482"/>
                <a:gd name="T21" fmla="*/ 10 h 271"/>
                <a:gd name="T22" fmla="*/ 451 w 482"/>
                <a:gd name="T23" fmla="*/ 7 h 271"/>
                <a:gd name="T24" fmla="*/ 445 w 482"/>
                <a:gd name="T25" fmla="*/ 5 h 271"/>
                <a:gd name="T26" fmla="*/ 440 w 482"/>
                <a:gd name="T27" fmla="*/ 2 h 271"/>
                <a:gd name="T28" fmla="*/ 434 w 482"/>
                <a:gd name="T29" fmla="*/ 1 h 271"/>
                <a:gd name="T30" fmla="*/ 428 w 482"/>
                <a:gd name="T31" fmla="*/ 0 h 271"/>
                <a:gd name="T32" fmla="*/ 422 w 482"/>
                <a:gd name="T33" fmla="*/ 0 h 271"/>
                <a:gd name="T34" fmla="*/ 59 w 482"/>
                <a:gd name="T35" fmla="*/ 0 h 271"/>
                <a:gd name="T36" fmla="*/ 54 w 482"/>
                <a:gd name="T37" fmla="*/ 0 h 271"/>
                <a:gd name="T38" fmla="*/ 47 w 482"/>
                <a:gd name="T39" fmla="*/ 1 h 271"/>
                <a:gd name="T40" fmla="*/ 42 w 482"/>
                <a:gd name="T41" fmla="*/ 2 h 271"/>
                <a:gd name="T42" fmla="*/ 36 w 482"/>
                <a:gd name="T43" fmla="*/ 5 h 271"/>
                <a:gd name="T44" fmla="*/ 31 w 482"/>
                <a:gd name="T45" fmla="*/ 7 h 271"/>
                <a:gd name="T46" fmla="*/ 26 w 482"/>
                <a:gd name="T47" fmla="*/ 10 h 271"/>
                <a:gd name="T48" fmla="*/ 22 w 482"/>
                <a:gd name="T49" fmla="*/ 13 h 271"/>
                <a:gd name="T50" fmla="*/ 17 w 482"/>
                <a:gd name="T51" fmla="*/ 18 h 271"/>
                <a:gd name="T52" fmla="*/ 13 w 482"/>
                <a:gd name="T53" fmla="*/ 22 h 271"/>
                <a:gd name="T54" fmla="*/ 10 w 482"/>
                <a:gd name="T55" fmla="*/ 27 h 271"/>
                <a:gd name="T56" fmla="*/ 6 w 482"/>
                <a:gd name="T57" fmla="*/ 31 h 271"/>
                <a:gd name="T58" fmla="*/ 4 w 482"/>
                <a:gd name="T59" fmla="*/ 37 h 271"/>
                <a:gd name="T60" fmla="*/ 2 w 482"/>
                <a:gd name="T61" fmla="*/ 42 h 271"/>
                <a:gd name="T62" fmla="*/ 1 w 482"/>
                <a:gd name="T63" fmla="*/ 48 h 271"/>
                <a:gd name="T64" fmla="*/ 0 w 482"/>
                <a:gd name="T65" fmla="*/ 54 h 271"/>
                <a:gd name="T66" fmla="*/ 0 w 482"/>
                <a:gd name="T67" fmla="*/ 60 h 271"/>
                <a:gd name="T68" fmla="*/ 0 w 482"/>
                <a:gd name="T69" fmla="*/ 271 h 271"/>
                <a:gd name="T70" fmla="*/ 482 w 482"/>
                <a:gd name="T71" fmla="*/ 271 h 271"/>
                <a:gd name="T72" fmla="*/ 482 w 482"/>
                <a:gd name="T73" fmla="*/ 6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2" h="271">
                  <a:moveTo>
                    <a:pt x="482" y="60"/>
                  </a:moveTo>
                  <a:lnTo>
                    <a:pt x="482" y="54"/>
                  </a:lnTo>
                  <a:lnTo>
                    <a:pt x="481" y="48"/>
                  </a:lnTo>
                  <a:lnTo>
                    <a:pt x="480" y="42"/>
                  </a:lnTo>
                  <a:lnTo>
                    <a:pt x="478" y="37"/>
                  </a:lnTo>
                  <a:lnTo>
                    <a:pt x="475" y="31"/>
                  </a:lnTo>
                  <a:lnTo>
                    <a:pt x="472" y="27"/>
                  </a:lnTo>
                  <a:lnTo>
                    <a:pt x="469" y="22"/>
                  </a:lnTo>
                  <a:lnTo>
                    <a:pt x="464" y="18"/>
                  </a:lnTo>
                  <a:lnTo>
                    <a:pt x="460" y="13"/>
                  </a:lnTo>
                  <a:lnTo>
                    <a:pt x="455" y="10"/>
                  </a:lnTo>
                  <a:lnTo>
                    <a:pt x="451" y="7"/>
                  </a:lnTo>
                  <a:lnTo>
                    <a:pt x="445" y="5"/>
                  </a:lnTo>
                  <a:lnTo>
                    <a:pt x="440" y="2"/>
                  </a:lnTo>
                  <a:lnTo>
                    <a:pt x="434" y="1"/>
                  </a:lnTo>
                  <a:lnTo>
                    <a:pt x="428" y="0"/>
                  </a:lnTo>
                  <a:lnTo>
                    <a:pt x="422" y="0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7" y="1"/>
                  </a:lnTo>
                  <a:lnTo>
                    <a:pt x="42" y="2"/>
                  </a:lnTo>
                  <a:lnTo>
                    <a:pt x="36" y="5"/>
                  </a:lnTo>
                  <a:lnTo>
                    <a:pt x="31" y="7"/>
                  </a:lnTo>
                  <a:lnTo>
                    <a:pt x="26" y="10"/>
                  </a:lnTo>
                  <a:lnTo>
                    <a:pt x="22" y="13"/>
                  </a:lnTo>
                  <a:lnTo>
                    <a:pt x="17" y="18"/>
                  </a:lnTo>
                  <a:lnTo>
                    <a:pt x="13" y="22"/>
                  </a:lnTo>
                  <a:lnTo>
                    <a:pt x="10" y="27"/>
                  </a:lnTo>
                  <a:lnTo>
                    <a:pt x="6" y="31"/>
                  </a:lnTo>
                  <a:lnTo>
                    <a:pt x="4" y="37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482" y="271"/>
                  </a:lnTo>
                  <a:lnTo>
                    <a:pt x="48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1638">
              <a:extLst>
                <a:ext uri="{FF2B5EF4-FFF2-40B4-BE49-F238E27FC236}">
                  <a16:creationId xmlns:a16="http://schemas.microsoft.com/office/drawing/2014/main" id="{FB01E3B0-9770-4D5C-9138-8D07EBC83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5195888"/>
              <a:ext cx="153988" cy="19050"/>
            </a:xfrm>
            <a:custGeom>
              <a:avLst/>
              <a:gdLst>
                <a:gd name="T0" fmla="*/ 361 w 482"/>
                <a:gd name="T1" fmla="*/ 30 h 60"/>
                <a:gd name="T2" fmla="*/ 424 w 482"/>
                <a:gd name="T3" fmla="*/ 30 h 60"/>
                <a:gd name="T4" fmla="*/ 475 w 482"/>
                <a:gd name="T5" fmla="*/ 30 h 60"/>
                <a:gd name="T6" fmla="*/ 478 w 482"/>
                <a:gd name="T7" fmla="*/ 23 h 60"/>
                <a:gd name="T8" fmla="*/ 481 w 482"/>
                <a:gd name="T9" fmla="*/ 17 h 60"/>
                <a:gd name="T10" fmla="*/ 482 w 482"/>
                <a:gd name="T11" fmla="*/ 9 h 60"/>
                <a:gd name="T12" fmla="*/ 482 w 482"/>
                <a:gd name="T13" fmla="*/ 2 h 60"/>
                <a:gd name="T14" fmla="*/ 482 w 482"/>
                <a:gd name="T15" fmla="*/ 0 h 60"/>
                <a:gd name="T16" fmla="*/ 0 w 482"/>
                <a:gd name="T17" fmla="*/ 0 h 60"/>
                <a:gd name="T18" fmla="*/ 0 w 482"/>
                <a:gd name="T19" fmla="*/ 6 h 60"/>
                <a:gd name="T20" fmla="*/ 1 w 482"/>
                <a:gd name="T21" fmla="*/ 11 h 60"/>
                <a:gd name="T22" fmla="*/ 2 w 482"/>
                <a:gd name="T23" fmla="*/ 18 h 60"/>
                <a:gd name="T24" fmla="*/ 4 w 482"/>
                <a:gd name="T25" fmla="*/ 23 h 60"/>
                <a:gd name="T26" fmla="*/ 6 w 482"/>
                <a:gd name="T27" fmla="*/ 28 h 60"/>
                <a:gd name="T28" fmla="*/ 10 w 482"/>
                <a:gd name="T29" fmla="*/ 33 h 60"/>
                <a:gd name="T30" fmla="*/ 13 w 482"/>
                <a:gd name="T31" fmla="*/ 38 h 60"/>
                <a:gd name="T32" fmla="*/ 17 w 482"/>
                <a:gd name="T33" fmla="*/ 42 h 60"/>
                <a:gd name="T34" fmla="*/ 22 w 482"/>
                <a:gd name="T35" fmla="*/ 47 h 60"/>
                <a:gd name="T36" fmla="*/ 26 w 482"/>
                <a:gd name="T37" fmla="*/ 50 h 60"/>
                <a:gd name="T38" fmla="*/ 31 w 482"/>
                <a:gd name="T39" fmla="*/ 53 h 60"/>
                <a:gd name="T40" fmla="*/ 36 w 482"/>
                <a:gd name="T41" fmla="*/ 55 h 60"/>
                <a:gd name="T42" fmla="*/ 42 w 482"/>
                <a:gd name="T43" fmla="*/ 58 h 60"/>
                <a:gd name="T44" fmla="*/ 47 w 482"/>
                <a:gd name="T45" fmla="*/ 59 h 60"/>
                <a:gd name="T46" fmla="*/ 54 w 482"/>
                <a:gd name="T47" fmla="*/ 60 h 60"/>
                <a:gd name="T48" fmla="*/ 59 w 482"/>
                <a:gd name="T49" fmla="*/ 60 h 60"/>
                <a:gd name="T50" fmla="*/ 282 w 482"/>
                <a:gd name="T51" fmla="*/ 60 h 60"/>
                <a:gd name="T52" fmla="*/ 291 w 482"/>
                <a:gd name="T53" fmla="*/ 53 h 60"/>
                <a:gd name="T54" fmla="*/ 299 w 482"/>
                <a:gd name="T55" fmla="*/ 48 h 60"/>
                <a:gd name="T56" fmla="*/ 308 w 482"/>
                <a:gd name="T57" fmla="*/ 42 h 60"/>
                <a:gd name="T58" fmla="*/ 318 w 482"/>
                <a:gd name="T59" fmla="*/ 38 h 60"/>
                <a:gd name="T60" fmla="*/ 328 w 482"/>
                <a:gd name="T61" fmla="*/ 34 h 60"/>
                <a:gd name="T62" fmla="*/ 339 w 482"/>
                <a:gd name="T63" fmla="*/ 32 h 60"/>
                <a:gd name="T64" fmla="*/ 350 w 482"/>
                <a:gd name="T65" fmla="*/ 30 h 60"/>
                <a:gd name="T66" fmla="*/ 361 w 482"/>
                <a:gd name="T67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2" h="60">
                  <a:moveTo>
                    <a:pt x="361" y="30"/>
                  </a:moveTo>
                  <a:lnTo>
                    <a:pt x="424" y="30"/>
                  </a:lnTo>
                  <a:lnTo>
                    <a:pt x="475" y="30"/>
                  </a:lnTo>
                  <a:lnTo>
                    <a:pt x="478" y="23"/>
                  </a:lnTo>
                  <a:lnTo>
                    <a:pt x="481" y="17"/>
                  </a:lnTo>
                  <a:lnTo>
                    <a:pt x="482" y="9"/>
                  </a:lnTo>
                  <a:lnTo>
                    <a:pt x="482" y="2"/>
                  </a:lnTo>
                  <a:lnTo>
                    <a:pt x="482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1" y="11"/>
                  </a:lnTo>
                  <a:lnTo>
                    <a:pt x="2" y="18"/>
                  </a:lnTo>
                  <a:lnTo>
                    <a:pt x="4" y="23"/>
                  </a:lnTo>
                  <a:lnTo>
                    <a:pt x="6" y="28"/>
                  </a:lnTo>
                  <a:lnTo>
                    <a:pt x="10" y="33"/>
                  </a:lnTo>
                  <a:lnTo>
                    <a:pt x="13" y="38"/>
                  </a:lnTo>
                  <a:lnTo>
                    <a:pt x="17" y="42"/>
                  </a:lnTo>
                  <a:lnTo>
                    <a:pt x="22" y="47"/>
                  </a:lnTo>
                  <a:lnTo>
                    <a:pt x="26" y="50"/>
                  </a:lnTo>
                  <a:lnTo>
                    <a:pt x="31" y="53"/>
                  </a:lnTo>
                  <a:lnTo>
                    <a:pt x="36" y="55"/>
                  </a:lnTo>
                  <a:lnTo>
                    <a:pt x="42" y="58"/>
                  </a:lnTo>
                  <a:lnTo>
                    <a:pt x="47" y="59"/>
                  </a:lnTo>
                  <a:lnTo>
                    <a:pt x="54" y="60"/>
                  </a:lnTo>
                  <a:lnTo>
                    <a:pt x="59" y="60"/>
                  </a:lnTo>
                  <a:lnTo>
                    <a:pt x="282" y="60"/>
                  </a:lnTo>
                  <a:lnTo>
                    <a:pt x="291" y="53"/>
                  </a:lnTo>
                  <a:lnTo>
                    <a:pt x="299" y="48"/>
                  </a:lnTo>
                  <a:lnTo>
                    <a:pt x="308" y="42"/>
                  </a:lnTo>
                  <a:lnTo>
                    <a:pt x="318" y="38"/>
                  </a:lnTo>
                  <a:lnTo>
                    <a:pt x="328" y="34"/>
                  </a:lnTo>
                  <a:lnTo>
                    <a:pt x="339" y="32"/>
                  </a:lnTo>
                  <a:lnTo>
                    <a:pt x="350" y="30"/>
                  </a:lnTo>
                  <a:lnTo>
                    <a:pt x="36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1639">
              <a:extLst>
                <a:ext uri="{FF2B5EF4-FFF2-40B4-BE49-F238E27FC236}">
                  <a16:creationId xmlns:a16="http://schemas.microsoft.com/office/drawing/2014/main" id="{B5E3BED9-C2BD-4A86-AB16-4FB4F8651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5214938"/>
              <a:ext cx="201613" cy="106363"/>
            </a:xfrm>
            <a:custGeom>
              <a:avLst/>
              <a:gdLst>
                <a:gd name="T0" fmla="*/ 543 w 633"/>
                <a:gd name="T1" fmla="*/ 0 h 332"/>
                <a:gd name="T2" fmla="*/ 153 w 633"/>
                <a:gd name="T3" fmla="*/ 0 h 332"/>
                <a:gd name="T4" fmla="*/ 90 w 633"/>
                <a:gd name="T5" fmla="*/ 0 h 332"/>
                <a:gd name="T6" fmla="*/ 82 w 633"/>
                <a:gd name="T7" fmla="*/ 1 h 332"/>
                <a:gd name="T8" fmla="*/ 73 w 633"/>
                <a:gd name="T9" fmla="*/ 2 h 332"/>
                <a:gd name="T10" fmla="*/ 64 w 633"/>
                <a:gd name="T11" fmla="*/ 4 h 332"/>
                <a:gd name="T12" fmla="*/ 55 w 633"/>
                <a:gd name="T13" fmla="*/ 8 h 332"/>
                <a:gd name="T14" fmla="*/ 47 w 633"/>
                <a:gd name="T15" fmla="*/ 11 h 332"/>
                <a:gd name="T16" fmla="*/ 40 w 633"/>
                <a:gd name="T17" fmla="*/ 15 h 332"/>
                <a:gd name="T18" fmla="*/ 33 w 633"/>
                <a:gd name="T19" fmla="*/ 21 h 332"/>
                <a:gd name="T20" fmla="*/ 26 w 633"/>
                <a:gd name="T21" fmla="*/ 26 h 332"/>
                <a:gd name="T22" fmla="*/ 21 w 633"/>
                <a:gd name="T23" fmla="*/ 33 h 332"/>
                <a:gd name="T24" fmla="*/ 15 w 633"/>
                <a:gd name="T25" fmla="*/ 40 h 332"/>
                <a:gd name="T26" fmla="*/ 11 w 633"/>
                <a:gd name="T27" fmla="*/ 47 h 332"/>
                <a:gd name="T28" fmla="*/ 7 w 633"/>
                <a:gd name="T29" fmla="*/ 55 h 332"/>
                <a:gd name="T30" fmla="*/ 4 w 633"/>
                <a:gd name="T31" fmla="*/ 64 h 332"/>
                <a:gd name="T32" fmla="*/ 2 w 633"/>
                <a:gd name="T33" fmla="*/ 72 h 332"/>
                <a:gd name="T34" fmla="*/ 1 w 633"/>
                <a:gd name="T35" fmla="*/ 82 h 332"/>
                <a:gd name="T36" fmla="*/ 0 w 633"/>
                <a:gd name="T37" fmla="*/ 91 h 332"/>
                <a:gd name="T38" fmla="*/ 0 w 633"/>
                <a:gd name="T39" fmla="*/ 332 h 332"/>
                <a:gd name="T40" fmla="*/ 633 w 633"/>
                <a:gd name="T41" fmla="*/ 332 h 332"/>
                <a:gd name="T42" fmla="*/ 633 w 633"/>
                <a:gd name="T43" fmla="*/ 91 h 332"/>
                <a:gd name="T44" fmla="*/ 633 w 633"/>
                <a:gd name="T45" fmla="*/ 82 h 332"/>
                <a:gd name="T46" fmla="*/ 632 w 633"/>
                <a:gd name="T47" fmla="*/ 72 h 332"/>
                <a:gd name="T48" fmla="*/ 630 w 633"/>
                <a:gd name="T49" fmla="*/ 64 h 332"/>
                <a:gd name="T50" fmla="*/ 627 w 633"/>
                <a:gd name="T51" fmla="*/ 55 h 332"/>
                <a:gd name="T52" fmla="*/ 622 w 633"/>
                <a:gd name="T53" fmla="*/ 47 h 332"/>
                <a:gd name="T54" fmla="*/ 618 w 633"/>
                <a:gd name="T55" fmla="*/ 40 h 332"/>
                <a:gd name="T56" fmla="*/ 614 w 633"/>
                <a:gd name="T57" fmla="*/ 33 h 332"/>
                <a:gd name="T58" fmla="*/ 607 w 633"/>
                <a:gd name="T59" fmla="*/ 26 h 332"/>
                <a:gd name="T60" fmla="*/ 600 w 633"/>
                <a:gd name="T61" fmla="*/ 21 h 332"/>
                <a:gd name="T62" fmla="*/ 594 w 633"/>
                <a:gd name="T63" fmla="*/ 15 h 332"/>
                <a:gd name="T64" fmla="*/ 586 w 633"/>
                <a:gd name="T65" fmla="*/ 11 h 332"/>
                <a:gd name="T66" fmla="*/ 578 w 633"/>
                <a:gd name="T67" fmla="*/ 8 h 332"/>
                <a:gd name="T68" fmla="*/ 570 w 633"/>
                <a:gd name="T69" fmla="*/ 4 h 332"/>
                <a:gd name="T70" fmla="*/ 562 w 633"/>
                <a:gd name="T71" fmla="*/ 2 h 332"/>
                <a:gd name="T72" fmla="*/ 553 w 633"/>
                <a:gd name="T73" fmla="*/ 1 h 332"/>
                <a:gd name="T74" fmla="*/ 543 w 633"/>
                <a:gd name="T75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33" h="332">
                  <a:moveTo>
                    <a:pt x="543" y="0"/>
                  </a:moveTo>
                  <a:lnTo>
                    <a:pt x="153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6" y="26"/>
                  </a:lnTo>
                  <a:lnTo>
                    <a:pt x="21" y="33"/>
                  </a:lnTo>
                  <a:lnTo>
                    <a:pt x="15" y="40"/>
                  </a:lnTo>
                  <a:lnTo>
                    <a:pt x="11" y="47"/>
                  </a:lnTo>
                  <a:lnTo>
                    <a:pt x="7" y="55"/>
                  </a:lnTo>
                  <a:lnTo>
                    <a:pt x="4" y="64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1"/>
                  </a:lnTo>
                  <a:lnTo>
                    <a:pt x="0" y="332"/>
                  </a:lnTo>
                  <a:lnTo>
                    <a:pt x="633" y="332"/>
                  </a:lnTo>
                  <a:lnTo>
                    <a:pt x="633" y="91"/>
                  </a:lnTo>
                  <a:lnTo>
                    <a:pt x="633" y="82"/>
                  </a:lnTo>
                  <a:lnTo>
                    <a:pt x="632" y="72"/>
                  </a:lnTo>
                  <a:lnTo>
                    <a:pt x="630" y="64"/>
                  </a:lnTo>
                  <a:lnTo>
                    <a:pt x="627" y="55"/>
                  </a:lnTo>
                  <a:lnTo>
                    <a:pt x="622" y="47"/>
                  </a:lnTo>
                  <a:lnTo>
                    <a:pt x="618" y="40"/>
                  </a:lnTo>
                  <a:lnTo>
                    <a:pt x="614" y="33"/>
                  </a:lnTo>
                  <a:lnTo>
                    <a:pt x="607" y="26"/>
                  </a:lnTo>
                  <a:lnTo>
                    <a:pt x="600" y="21"/>
                  </a:lnTo>
                  <a:lnTo>
                    <a:pt x="594" y="15"/>
                  </a:lnTo>
                  <a:lnTo>
                    <a:pt x="586" y="11"/>
                  </a:lnTo>
                  <a:lnTo>
                    <a:pt x="578" y="8"/>
                  </a:lnTo>
                  <a:lnTo>
                    <a:pt x="570" y="4"/>
                  </a:lnTo>
                  <a:lnTo>
                    <a:pt x="562" y="2"/>
                  </a:lnTo>
                  <a:lnTo>
                    <a:pt x="553" y="1"/>
                  </a:lnTo>
                  <a:lnTo>
                    <a:pt x="5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1640">
              <a:extLst>
                <a:ext uri="{FF2B5EF4-FFF2-40B4-BE49-F238E27FC236}">
                  <a16:creationId xmlns:a16="http://schemas.microsoft.com/office/drawing/2014/main" id="{8A8D0C73-A5C6-464E-846B-C5C294BF22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5200" y="5330825"/>
              <a:ext cx="201613" cy="57150"/>
            </a:xfrm>
            <a:custGeom>
              <a:avLst/>
              <a:gdLst>
                <a:gd name="T0" fmla="*/ 322 w 633"/>
                <a:gd name="T1" fmla="*/ 23 h 181"/>
                <a:gd name="T2" fmla="*/ 329 w 633"/>
                <a:gd name="T3" fmla="*/ 26 h 181"/>
                <a:gd name="T4" fmla="*/ 336 w 633"/>
                <a:gd name="T5" fmla="*/ 33 h 181"/>
                <a:gd name="T6" fmla="*/ 339 w 633"/>
                <a:gd name="T7" fmla="*/ 41 h 181"/>
                <a:gd name="T8" fmla="*/ 339 w 633"/>
                <a:gd name="T9" fmla="*/ 51 h 181"/>
                <a:gd name="T10" fmla="*/ 336 w 633"/>
                <a:gd name="T11" fmla="*/ 58 h 181"/>
                <a:gd name="T12" fmla="*/ 329 w 633"/>
                <a:gd name="T13" fmla="*/ 64 h 181"/>
                <a:gd name="T14" fmla="*/ 322 w 633"/>
                <a:gd name="T15" fmla="*/ 67 h 181"/>
                <a:gd name="T16" fmla="*/ 313 w 633"/>
                <a:gd name="T17" fmla="*/ 67 h 181"/>
                <a:gd name="T18" fmla="*/ 304 w 633"/>
                <a:gd name="T19" fmla="*/ 64 h 181"/>
                <a:gd name="T20" fmla="*/ 298 w 633"/>
                <a:gd name="T21" fmla="*/ 58 h 181"/>
                <a:gd name="T22" fmla="*/ 295 w 633"/>
                <a:gd name="T23" fmla="*/ 51 h 181"/>
                <a:gd name="T24" fmla="*/ 295 w 633"/>
                <a:gd name="T25" fmla="*/ 41 h 181"/>
                <a:gd name="T26" fmla="*/ 298 w 633"/>
                <a:gd name="T27" fmla="*/ 33 h 181"/>
                <a:gd name="T28" fmla="*/ 304 w 633"/>
                <a:gd name="T29" fmla="*/ 26 h 181"/>
                <a:gd name="T30" fmla="*/ 313 w 633"/>
                <a:gd name="T31" fmla="*/ 23 h 181"/>
                <a:gd name="T32" fmla="*/ 0 w 633"/>
                <a:gd name="T33" fmla="*/ 31 h 181"/>
                <a:gd name="T34" fmla="*/ 2 w 633"/>
                <a:gd name="T35" fmla="*/ 48 h 181"/>
                <a:gd name="T36" fmla="*/ 7 w 633"/>
                <a:gd name="T37" fmla="*/ 66 h 181"/>
                <a:gd name="T38" fmla="*/ 15 w 633"/>
                <a:gd name="T39" fmla="*/ 80 h 181"/>
                <a:gd name="T40" fmla="*/ 26 w 633"/>
                <a:gd name="T41" fmla="*/ 95 h 181"/>
                <a:gd name="T42" fmla="*/ 40 w 633"/>
                <a:gd name="T43" fmla="*/ 106 h 181"/>
                <a:gd name="T44" fmla="*/ 55 w 633"/>
                <a:gd name="T45" fmla="*/ 114 h 181"/>
                <a:gd name="T46" fmla="*/ 73 w 633"/>
                <a:gd name="T47" fmla="*/ 119 h 181"/>
                <a:gd name="T48" fmla="*/ 90 w 633"/>
                <a:gd name="T49" fmla="*/ 121 h 181"/>
                <a:gd name="T50" fmla="*/ 302 w 633"/>
                <a:gd name="T51" fmla="*/ 151 h 181"/>
                <a:gd name="T52" fmla="*/ 163 w 633"/>
                <a:gd name="T53" fmla="*/ 151 h 181"/>
                <a:gd name="T54" fmla="*/ 158 w 633"/>
                <a:gd name="T55" fmla="*/ 153 h 181"/>
                <a:gd name="T56" fmla="*/ 153 w 633"/>
                <a:gd name="T57" fmla="*/ 158 h 181"/>
                <a:gd name="T58" fmla="*/ 151 w 633"/>
                <a:gd name="T59" fmla="*/ 163 h 181"/>
                <a:gd name="T60" fmla="*/ 151 w 633"/>
                <a:gd name="T61" fmla="*/ 169 h 181"/>
                <a:gd name="T62" fmla="*/ 153 w 633"/>
                <a:gd name="T63" fmla="*/ 174 h 181"/>
                <a:gd name="T64" fmla="*/ 158 w 633"/>
                <a:gd name="T65" fmla="*/ 179 h 181"/>
                <a:gd name="T66" fmla="*/ 163 w 633"/>
                <a:gd name="T67" fmla="*/ 181 h 181"/>
                <a:gd name="T68" fmla="*/ 468 w 633"/>
                <a:gd name="T69" fmla="*/ 181 h 181"/>
                <a:gd name="T70" fmla="*/ 474 w 633"/>
                <a:gd name="T71" fmla="*/ 180 h 181"/>
                <a:gd name="T72" fmla="*/ 479 w 633"/>
                <a:gd name="T73" fmla="*/ 177 h 181"/>
                <a:gd name="T74" fmla="*/ 482 w 633"/>
                <a:gd name="T75" fmla="*/ 172 h 181"/>
                <a:gd name="T76" fmla="*/ 483 w 633"/>
                <a:gd name="T77" fmla="*/ 167 h 181"/>
                <a:gd name="T78" fmla="*/ 482 w 633"/>
                <a:gd name="T79" fmla="*/ 160 h 181"/>
                <a:gd name="T80" fmla="*/ 479 w 633"/>
                <a:gd name="T81" fmla="*/ 156 h 181"/>
                <a:gd name="T82" fmla="*/ 474 w 633"/>
                <a:gd name="T83" fmla="*/ 152 h 181"/>
                <a:gd name="T84" fmla="*/ 468 w 633"/>
                <a:gd name="T85" fmla="*/ 151 h 181"/>
                <a:gd name="T86" fmla="*/ 332 w 633"/>
                <a:gd name="T87" fmla="*/ 121 h 181"/>
                <a:gd name="T88" fmla="*/ 553 w 633"/>
                <a:gd name="T89" fmla="*/ 120 h 181"/>
                <a:gd name="T90" fmla="*/ 570 w 633"/>
                <a:gd name="T91" fmla="*/ 117 h 181"/>
                <a:gd name="T92" fmla="*/ 586 w 633"/>
                <a:gd name="T93" fmla="*/ 110 h 181"/>
                <a:gd name="T94" fmla="*/ 600 w 633"/>
                <a:gd name="T95" fmla="*/ 100 h 181"/>
                <a:gd name="T96" fmla="*/ 614 w 633"/>
                <a:gd name="T97" fmla="*/ 88 h 181"/>
                <a:gd name="T98" fmla="*/ 622 w 633"/>
                <a:gd name="T99" fmla="*/ 74 h 181"/>
                <a:gd name="T100" fmla="*/ 630 w 633"/>
                <a:gd name="T101" fmla="*/ 57 h 181"/>
                <a:gd name="T102" fmla="*/ 633 w 633"/>
                <a:gd name="T103" fmla="*/ 39 h 181"/>
                <a:gd name="T104" fmla="*/ 633 w 633"/>
                <a:gd name="T105" fmla="*/ 0 h 181"/>
                <a:gd name="T106" fmla="*/ 0 w 633"/>
                <a:gd name="T107" fmla="*/ 3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3" h="181">
                  <a:moveTo>
                    <a:pt x="317" y="23"/>
                  </a:moveTo>
                  <a:lnTo>
                    <a:pt x="322" y="23"/>
                  </a:lnTo>
                  <a:lnTo>
                    <a:pt x="326" y="25"/>
                  </a:lnTo>
                  <a:lnTo>
                    <a:pt x="329" y="26"/>
                  </a:lnTo>
                  <a:lnTo>
                    <a:pt x="333" y="30"/>
                  </a:lnTo>
                  <a:lnTo>
                    <a:pt x="336" y="33"/>
                  </a:lnTo>
                  <a:lnTo>
                    <a:pt x="338" y="36"/>
                  </a:lnTo>
                  <a:lnTo>
                    <a:pt x="339" y="41"/>
                  </a:lnTo>
                  <a:lnTo>
                    <a:pt x="339" y="45"/>
                  </a:lnTo>
                  <a:lnTo>
                    <a:pt x="339" y="51"/>
                  </a:lnTo>
                  <a:lnTo>
                    <a:pt x="338" y="54"/>
                  </a:lnTo>
                  <a:lnTo>
                    <a:pt x="336" y="58"/>
                  </a:lnTo>
                  <a:lnTo>
                    <a:pt x="333" y="62"/>
                  </a:lnTo>
                  <a:lnTo>
                    <a:pt x="329" y="64"/>
                  </a:lnTo>
                  <a:lnTo>
                    <a:pt x="326" y="66"/>
                  </a:lnTo>
                  <a:lnTo>
                    <a:pt x="322" y="67"/>
                  </a:lnTo>
                  <a:lnTo>
                    <a:pt x="317" y="68"/>
                  </a:lnTo>
                  <a:lnTo>
                    <a:pt x="313" y="67"/>
                  </a:lnTo>
                  <a:lnTo>
                    <a:pt x="308" y="66"/>
                  </a:lnTo>
                  <a:lnTo>
                    <a:pt x="304" y="64"/>
                  </a:lnTo>
                  <a:lnTo>
                    <a:pt x="301" y="62"/>
                  </a:lnTo>
                  <a:lnTo>
                    <a:pt x="298" y="58"/>
                  </a:lnTo>
                  <a:lnTo>
                    <a:pt x="296" y="54"/>
                  </a:lnTo>
                  <a:lnTo>
                    <a:pt x="295" y="51"/>
                  </a:lnTo>
                  <a:lnTo>
                    <a:pt x="294" y="45"/>
                  </a:lnTo>
                  <a:lnTo>
                    <a:pt x="295" y="41"/>
                  </a:lnTo>
                  <a:lnTo>
                    <a:pt x="296" y="36"/>
                  </a:lnTo>
                  <a:lnTo>
                    <a:pt x="298" y="33"/>
                  </a:lnTo>
                  <a:lnTo>
                    <a:pt x="301" y="30"/>
                  </a:lnTo>
                  <a:lnTo>
                    <a:pt x="304" y="26"/>
                  </a:lnTo>
                  <a:lnTo>
                    <a:pt x="308" y="25"/>
                  </a:lnTo>
                  <a:lnTo>
                    <a:pt x="313" y="23"/>
                  </a:lnTo>
                  <a:lnTo>
                    <a:pt x="317" y="23"/>
                  </a:lnTo>
                  <a:close/>
                  <a:moveTo>
                    <a:pt x="0" y="31"/>
                  </a:moveTo>
                  <a:lnTo>
                    <a:pt x="1" y="39"/>
                  </a:lnTo>
                  <a:lnTo>
                    <a:pt x="2" y="48"/>
                  </a:lnTo>
                  <a:lnTo>
                    <a:pt x="4" y="57"/>
                  </a:lnTo>
                  <a:lnTo>
                    <a:pt x="7" y="66"/>
                  </a:lnTo>
                  <a:lnTo>
                    <a:pt x="11" y="74"/>
                  </a:lnTo>
                  <a:lnTo>
                    <a:pt x="15" y="80"/>
                  </a:lnTo>
                  <a:lnTo>
                    <a:pt x="21" y="88"/>
                  </a:lnTo>
                  <a:lnTo>
                    <a:pt x="26" y="95"/>
                  </a:lnTo>
                  <a:lnTo>
                    <a:pt x="33" y="100"/>
                  </a:lnTo>
                  <a:lnTo>
                    <a:pt x="40" y="106"/>
                  </a:lnTo>
                  <a:lnTo>
                    <a:pt x="47" y="110"/>
                  </a:lnTo>
                  <a:lnTo>
                    <a:pt x="55" y="114"/>
                  </a:lnTo>
                  <a:lnTo>
                    <a:pt x="64" y="117"/>
                  </a:lnTo>
                  <a:lnTo>
                    <a:pt x="73" y="119"/>
                  </a:lnTo>
                  <a:lnTo>
                    <a:pt x="82" y="120"/>
                  </a:lnTo>
                  <a:lnTo>
                    <a:pt x="90" y="121"/>
                  </a:lnTo>
                  <a:lnTo>
                    <a:pt x="302" y="121"/>
                  </a:lnTo>
                  <a:lnTo>
                    <a:pt x="302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0" y="152"/>
                  </a:lnTo>
                  <a:lnTo>
                    <a:pt x="158" y="153"/>
                  </a:lnTo>
                  <a:lnTo>
                    <a:pt x="156" y="156"/>
                  </a:lnTo>
                  <a:lnTo>
                    <a:pt x="153" y="158"/>
                  </a:lnTo>
                  <a:lnTo>
                    <a:pt x="152" y="160"/>
                  </a:lnTo>
                  <a:lnTo>
                    <a:pt x="151" y="163"/>
                  </a:lnTo>
                  <a:lnTo>
                    <a:pt x="151" y="167"/>
                  </a:lnTo>
                  <a:lnTo>
                    <a:pt x="151" y="169"/>
                  </a:lnTo>
                  <a:lnTo>
                    <a:pt x="152" y="172"/>
                  </a:lnTo>
                  <a:lnTo>
                    <a:pt x="153" y="174"/>
                  </a:lnTo>
                  <a:lnTo>
                    <a:pt x="156" y="177"/>
                  </a:lnTo>
                  <a:lnTo>
                    <a:pt x="158" y="179"/>
                  </a:lnTo>
                  <a:lnTo>
                    <a:pt x="160" y="180"/>
                  </a:lnTo>
                  <a:lnTo>
                    <a:pt x="163" y="181"/>
                  </a:lnTo>
                  <a:lnTo>
                    <a:pt x="166" y="181"/>
                  </a:lnTo>
                  <a:lnTo>
                    <a:pt x="468" y="181"/>
                  </a:lnTo>
                  <a:lnTo>
                    <a:pt x="471" y="181"/>
                  </a:lnTo>
                  <a:lnTo>
                    <a:pt x="474" y="180"/>
                  </a:lnTo>
                  <a:lnTo>
                    <a:pt x="476" y="179"/>
                  </a:lnTo>
                  <a:lnTo>
                    <a:pt x="479" y="177"/>
                  </a:lnTo>
                  <a:lnTo>
                    <a:pt x="481" y="174"/>
                  </a:lnTo>
                  <a:lnTo>
                    <a:pt x="482" y="172"/>
                  </a:lnTo>
                  <a:lnTo>
                    <a:pt x="483" y="169"/>
                  </a:lnTo>
                  <a:lnTo>
                    <a:pt x="483" y="167"/>
                  </a:lnTo>
                  <a:lnTo>
                    <a:pt x="483" y="163"/>
                  </a:lnTo>
                  <a:lnTo>
                    <a:pt x="482" y="160"/>
                  </a:lnTo>
                  <a:lnTo>
                    <a:pt x="481" y="158"/>
                  </a:lnTo>
                  <a:lnTo>
                    <a:pt x="479" y="156"/>
                  </a:lnTo>
                  <a:lnTo>
                    <a:pt x="476" y="153"/>
                  </a:lnTo>
                  <a:lnTo>
                    <a:pt x="474" y="152"/>
                  </a:lnTo>
                  <a:lnTo>
                    <a:pt x="471" y="151"/>
                  </a:lnTo>
                  <a:lnTo>
                    <a:pt x="468" y="151"/>
                  </a:lnTo>
                  <a:lnTo>
                    <a:pt x="332" y="151"/>
                  </a:lnTo>
                  <a:lnTo>
                    <a:pt x="332" y="121"/>
                  </a:lnTo>
                  <a:lnTo>
                    <a:pt x="543" y="121"/>
                  </a:lnTo>
                  <a:lnTo>
                    <a:pt x="553" y="120"/>
                  </a:lnTo>
                  <a:lnTo>
                    <a:pt x="562" y="119"/>
                  </a:lnTo>
                  <a:lnTo>
                    <a:pt x="570" y="117"/>
                  </a:lnTo>
                  <a:lnTo>
                    <a:pt x="578" y="114"/>
                  </a:lnTo>
                  <a:lnTo>
                    <a:pt x="586" y="110"/>
                  </a:lnTo>
                  <a:lnTo>
                    <a:pt x="594" y="106"/>
                  </a:lnTo>
                  <a:lnTo>
                    <a:pt x="600" y="100"/>
                  </a:lnTo>
                  <a:lnTo>
                    <a:pt x="607" y="95"/>
                  </a:lnTo>
                  <a:lnTo>
                    <a:pt x="614" y="88"/>
                  </a:lnTo>
                  <a:lnTo>
                    <a:pt x="618" y="80"/>
                  </a:lnTo>
                  <a:lnTo>
                    <a:pt x="622" y="74"/>
                  </a:lnTo>
                  <a:lnTo>
                    <a:pt x="627" y="66"/>
                  </a:lnTo>
                  <a:lnTo>
                    <a:pt x="630" y="57"/>
                  </a:lnTo>
                  <a:lnTo>
                    <a:pt x="632" y="48"/>
                  </a:lnTo>
                  <a:lnTo>
                    <a:pt x="633" y="39"/>
                  </a:lnTo>
                  <a:lnTo>
                    <a:pt x="633" y="31"/>
                  </a:lnTo>
                  <a:lnTo>
                    <a:pt x="633" y="0"/>
                  </a:lnTo>
                  <a:lnTo>
                    <a:pt x="0" y="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build="allAtOnce"/>
      <p:bldP spid="34" grpId="0"/>
      <p:bldP spid="35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0525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d’Analyse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COMPARAISON DU DATASET AVANT ET APRES NETTOYAGE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1CAF08-13B9-48BA-A271-8CE5B568A664}"/>
              </a:ext>
            </a:extLst>
          </p:cNvPr>
          <p:cNvSpPr/>
          <p:nvPr/>
        </p:nvSpPr>
        <p:spPr>
          <a:xfrm>
            <a:off x="123008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AVANT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B1E083-D07C-4934-9782-F7CCA3539ACF}"/>
              </a:ext>
            </a:extLst>
          </p:cNvPr>
          <p:cNvSpPr/>
          <p:nvPr/>
        </p:nvSpPr>
        <p:spPr>
          <a:xfrm>
            <a:off x="6313716" y="1347561"/>
            <a:ext cx="4967514" cy="664797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APRES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1A2EAE-EBE4-4CB7-9D0A-105837E80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55658" y="2104573"/>
            <a:ext cx="0" cy="407851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ECF613A-FCF5-4CC5-AA46-DABB088D7230}"/>
              </a:ext>
            </a:extLst>
          </p:cNvPr>
          <p:cNvSpPr/>
          <p:nvPr/>
        </p:nvSpPr>
        <p:spPr>
          <a:xfrm>
            <a:off x="1632408" y="2604468"/>
            <a:ext cx="4162870" cy="261610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2415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7 (date, country,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cumulative_total_cases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daily_new_cases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cumulative_total_deaths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daily_new_deaths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manquantes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cumulative_total_cases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daily_new_cases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active_cases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cumulative_total_deaths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daily_new_deaths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42CE6B-862D-4B18-B10B-3436A7D24058}"/>
              </a:ext>
            </a:extLst>
          </p:cNvPr>
          <p:cNvSpPr/>
          <p:nvPr/>
        </p:nvSpPr>
        <p:spPr>
          <a:xfrm>
            <a:off x="6716039" y="2604468"/>
            <a:ext cx="4162870" cy="26468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2415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8 (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colonnes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bases +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estimated_recovered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)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Valeurs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manquantes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 mises à 0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Conversion du type Date au format YYYY-MM-DD</a:t>
            </a: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Suppression,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s’il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en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existe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, des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Segoe UI" panose="020B0502040204020203" pitchFamily="34" charset="0"/>
              </a:rPr>
              <a:t>doublons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  <a:p>
            <a:pPr>
              <a:spcBef>
                <a:spcPts val="1200"/>
              </a:spcBef>
              <a:buClr>
                <a:schemeClr val="tx2"/>
              </a:buCl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73DD7D-A9F5-4D7E-A942-64AE3F48B264}"/>
              </a:ext>
            </a:extLst>
          </p:cNvPr>
          <p:cNvSpPr/>
          <p:nvPr/>
        </p:nvSpPr>
        <p:spPr>
          <a:xfrm>
            <a:off x="1414024" y="2198171"/>
            <a:ext cx="4381245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Nom : worldometer_coronavirus_daily_data.csv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967C4C-72D9-469E-BB08-F31A36FBD11D}"/>
              </a:ext>
            </a:extLst>
          </p:cNvPr>
          <p:cNvSpPr/>
          <p:nvPr/>
        </p:nvSpPr>
        <p:spPr>
          <a:xfrm>
            <a:off x="6716038" y="2198171"/>
            <a:ext cx="4565185" cy="49244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Nom : worldometer_coronavirus_daily_data.csv</a:t>
            </a:r>
          </a:p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972</TotalTime>
  <Words>541</Words>
  <Application>Microsoft Office PowerPoint</Application>
  <PresentationFormat>Grand écran</PresentationFormat>
  <Paragraphs>86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Segoe UI</vt:lpstr>
      <vt:lpstr>Segoe UI Light</vt:lpstr>
      <vt:lpstr>Thème Office</vt:lpstr>
      <vt:lpstr>Projet D’analyse : Etude de l’évolution des cas de Covid-19 Presentation</vt:lpstr>
      <vt:lpstr>Project analysis slide 2</vt:lpstr>
      <vt:lpstr>Project analysis slide 3</vt:lpstr>
      <vt:lpstr>Project analysis slide 4</vt:lpstr>
      <vt:lpstr>Project analysis slide 6</vt:lpstr>
      <vt:lpstr>Project analysis slide 8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Elpidio NAMAN</dc:creator>
  <cp:lastModifiedBy>Elpidio NAMAN</cp:lastModifiedBy>
  <cp:revision>1</cp:revision>
  <dcterms:created xsi:type="dcterms:W3CDTF">2026-01-11T18:56:09Z</dcterms:created>
  <dcterms:modified xsi:type="dcterms:W3CDTF">2026-01-12T11:08:29Z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